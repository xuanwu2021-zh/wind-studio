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85" r:id="rId5"/>
    <p:sldId id="2388" r:id="rId6"/>
    <p:sldId id="2387" r:id="rId7"/>
    <p:sldId id="264" r:id="rId8"/>
    <p:sldId id="2389" r:id="rId9"/>
    <p:sldId id="2146847047" r:id="rId10"/>
    <p:sldId id="2390" r:id="rId11"/>
    <p:sldId id="2147483550" r:id="rId12"/>
    <p:sldId id="2147483551" r:id="rId13"/>
    <p:sldId id="2147483552" r:id="rId14"/>
    <p:sldId id="2147483553" r:id="rId15"/>
    <p:sldId id="2147483554" r:id="rId16"/>
    <p:sldId id="2147483555" r:id="rId17"/>
    <p:sldId id="2147483556" r:id="rId18"/>
    <p:sldId id="2146847048" r:id="rId19"/>
    <p:sldId id="260" r:id="rId20"/>
    <p:sldId id="2391" r:id="rId21"/>
    <p:sldId id="2146847044" r:id="rId22"/>
    <p:sldId id="2146847045" r:id="rId23"/>
    <p:sldId id="2146846998" r:id="rId24"/>
    <p:sldId id="2146847038" r:id="rId25"/>
    <p:sldId id="1036" r:id="rId26"/>
    <p:sldId id="2392" r:id="rId27"/>
    <p:sldId id="2146847043" r:id="rId28"/>
    <p:sldId id="2147483548" r:id="rId29"/>
    <p:sldId id="2147483549" r:id="rId30"/>
    <p:sldId id="2146847046" r:id="rId31"/>
    <p:sldId id="2146847057" r:id="rId32"/>
    <p:sldId id="214684704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FFC"/>
    <a:srgbClr val="F2EA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7EC171-A432-4CC4-BFB6-965C16D4A2AF}" v="13" dt="2026-08-17T05:48:32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8" y="56"/>
      </p:cViewPr>
      <p:guideLst/>
    </p:cSldViewPr>
  </p:slideViewPr>
  <p:outlineViewPr>
    <p:cViewPr>
      <p:scale>
        <a:sx n="33" d="100"/>
        <a:sy n="33" d="100"/>
      </p:scale>
      <p:origin x="0" y="-1572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res Gil, Sthephany Antonella, ORYGEN" userId="b558d9f4-6123-4c3e-96ab-2d564d83e20a" providerId="ADAL" clId="{2694C480-823E-4C4A-8981-327502032072}"/>
    <pc:docChg chg="undo custSel addSld delSld modSld sldOrd">
      <pc:chgData name="Torres Gil, Sthephany Antonella, ORYGEN" userId="b558d9f4-6123-4c3e-96ab-2d564d83e20a" providerId="ADAL" clId="{2694C480-823E-4C4A-8981-327502032072}" dt="2026-08-17T05:48:36.508" v="532" actId="404"/>
      <pc:docMkLst>
        <pc:docMk/>
      </pc:docMkLst>
      <pc:sldChg chg="add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3856468501" sldId="260"/>
        </pc:sldMkLst>
      </pc:sldChg>
      <pc:sldChg chg="addSp delSp modSp mod">
        <pc:chgData name="Torres Gil, Sthephany Antonella, ORYGEN" userId="b558d9f4-6123-4c3e-96ab-2d564d83e20a" providerId="ADAL" clId="{2694C480-823E-4C4A-8981-327502032072}" dt="2026-08-14T16:11:49.593" v="237" actId="20577"/>
        <pc:sldMkLst>
          <pc:docMk/>
          <pc:sldMk cId="743375933" sldId="264"/>
        </pc:sldMkLst>
        <pc:grpChg chg="add del">
          <ac:chgData name="Torres Gil, Sthephany Antonella, ORYGEN" userId="b558d9f4-6123-4c3e-96ab-2d564d83e20a" providerId="ADAL" clId="{2694C480-823E-4C4A-8981-327502032072}" dt="2026-08-14T16:11:38.771" v="213" actId="478"/>
          <ac:grpSpMkLst>
            <pc:docMk/>
            <pc:sldMk cId="743375933" sldId="264"/>
            <ac:grpSpMk id="3" creationId="{1F360757-8DCB-C941-663C-FF6C8E274A27}"/>
          </ac:grpSpMkLst>
        </pc:grpChg>
        <pc:graphicFrameChg chg="modGraphic">
          <ac:chgData name="Torres Gil, Sthephany Antonella, ORYGEN" userId="b558d9f4-6123-4c3e-96ab-2d564d83e20a" providerId="ADAL" clId="{2694C480-823E-4C4A-8981-327502032072}" dt="2026-08-14T16:11:49.593" v="237" actId="20577"/>
          <ac:graphicFrameMkLst>
            <pc:docMk/>
            <pc:sldMk cId="743375933" sldId="264"/>
            <ac:graphicFrameMk id="5" creationId="{07BC5920-4E46-4775-0201-3C8385259398}"/>
          </ac:graphicFrameMkLst>
        </pc:graphicFrameChg>
      </pc:sldChg>
      <pc:sldChg chg="modSp mod">
        <pc:chgData name="Torres Gil, Sthephany Antonella, ORYGEN" userId="b558d9f4-6123-4c3e-96ab-2d564d83e20a" providerId="ADAL" clId="{2694C480-823E-4C4A-8981-327502032072}" dt="2026-08-14T16:08:59.428" v="135" actId="20577"/>
        <pc:sldMkLst>
          <pc:docMk/>
          <pc:sldMk cId="3308242089" sldId="285"/>
        </pc:sldMkLst>
        <pc:spChg chg="mod">
          <ac:chgData name="Torres Gil, Sthephany Antonella, ORYGEN" userId="b558d9f4-6123-4c3e-96ab-2d564d83e20a" providerId="ADAL" clId="{2694C480-823E-4C4A-8981-327502032072}" dt="2026-08-14T16:08:59.428" v="135" actId="20577"/>
          <ac:spMkLst>
            <pc:docMk/>
            <pc:sldMk cId="3308242089" sldId="285"/>
            <ac:spMk id="9" creationId="{E273B870-9B57-0CD1-79DC-3319B83D85B3}"/>
          </ac:spMkLst>
        </pc:spChg>
      </pc:sldChg>
      <pc:sldChg chg="modSp mod">
        <pc:chgData name="Torres Gil, Sthephany Antonella, ORYGEN" userId="b558d9f4-6123-4c3e-96ab-2d564d83e20a" providerId="ADAL" clId="{2694C480-823E-4C4A-8981-327502032072}" dt="2026-08-14T16:14:57.878" v="419" actId="20577"/>
        <pc:sldMkLst>
          <pc:docMk/>
          <pc:sldMk cId="3205424406" sldId="2387"/>
        </pc:sldMkLst>
        <pc:spChg chg="mod">
          <ac:chgData name="Torres Gil, Sthephany Antonella, ORYGEN" userId="b558d9f4-6123-4c3e-96ab-2d564d83e20a" providerId="ADAL" clId="{2694C480-823E-4C4A-8981-327502032072}" dt="2026-08-14T16:09:15.218" v="137" actId="20577"/>
          <ac:spMkLst>
            <pc:docMk/>
            <pc:sldMk cId="3205424406" sldId="2387"/>
            <ac:spMk id="9" creationId="{00000000-0000-0000-0000-000000000000}"/>
          </ac:spMkLst>
        </pc:spChg>
        <pc:spChg chg="mod">
          <ac:chgData name="Torres Gil, Sthephany Antonella, ORYGEN" userId="b558d9f4-6123-4c3e-96ab-2d564d83e20a" providerId="ADAL" clId="{2694C480-823E-4C4A-8981-327502032072}" dt="2026-08-14T16:11:30.205" v="211" actId="20577"/>
          <ac:spMkLst>
            <pc:docMk/>
            <pc:sldMk cId="3205424406" sldId="2387"/>
            <ac:spMk id="10" creationId="{00000000-0000-0000-0000-000000000000}"/>
          </ac:spMkLst>
        </pc:spChg>
        <pc:spChg chg="mod">
          <ac:chgData name="Torres Gil, Sthephany Antonella, ORYGEN" userId="b558d9f4-6123-4c3e-96ab-2d564d83e20a" providerId="ADAL" clId="{2694C480-823E-4C4A-8981-327502032072}" dt="2026-08-14T16:12:15.782" v="274" actId="20577"/>
          <ac:spMkLst>
            <pc:docMk/>
            <pc:sldMk cId="3205424406" sldId="2387"/>
            <ac:spMk id="11" creationId="{6CCF52FF-A0B2-DD98-53EA-FB01C3FAC595}"/>
          </ac:spMkLst>
        </pc:spChg>
        <pc:spChg chg="mod">
          <ac:chgData name="Torres Gil, Sthephany Antonella, ORYGEN" userId="b558d9f4-6123-4c3e-96ab-2d564d83e20a" providerId="ADAL" clId="{2694C480-823E-4C4A-8981-327502032072}" dt="2026-08-14T16:14:57.878" v="419" actId="20577"/>
          <ac:spMkLst>
            <pc:docMk/>
            <pc:sldMk cId="3205424406" sldId="2387"/>
            <ac:spMk id="30" creationId="{EFF9DE11-44C3-AB80-FF9F-7C1C0CE8811A}"/>
          </ac:spMkLst>
        </pc:spChg>
      </pc:sldChg>
      <pc:sldChg chg="modSp mod">
        <pc:chgData name="Torres Gil, Sthephany Antonella, ORYGEN" userId="b558d9f4-6123-4c3e-96ab-2d564d83e20a" providerId="ADAL" clId="{2694C480-823E-4C4A-8981-327502032072}" dt="2026-08-17T05:48:36.508" v="532" actId="404"/>
        <pc:sldMkLst>
          <pc:docMk/>
          <pc:sldMk cId="4070778535" sldId="2388"/>
        </pc:sldMkLst>
        <pc:graphicFrameChg chg="mod modGraphic">
          <ac:chgData name="Torres Gil, Sthephany Antonella, ORYGEN" userId="b558d9f4-6123-4c3e-96ab-2d564d83e20a" providerId="ADAL" clId="{2694C480-823E-4C4A-8981-327502032072}" dt="2026-08-17T05:48:36.508" v="532" actId="404"/>
          <ac:graphicFrameMkLst>
            <pc:docMk/>
            <pc:sldMk cId="4070778535" sldId="2388"/>
            <ac:graphicFrameMk id="4" creationId="{F57499FB-E055-C9FF-7B6E-1B74A395B46F}"/>
          </ac:graphicFrameMkLst>
        </pc:graphicFrameChg>
      </pc:sldChg>
      <pc:sldChg chg="modSp mod">
        <pc:chgData name="Torres Gil, Sthephany Antonella, ORYGEN" userId="b558d9f4-6123-4c3e-96ab-2d564d83e20a" providerId="ADAL" clId="{2694C480-823E-4C4A-8981-327502032072}" dt="2026-08-17T05:48:00.587" v="525" actId="404"/>
        <pc:sldMkLst>
          <pc:docMk/>
          <pc:sldMk cId="1484752270" sldId="2389"/>
        </pc:sldMkLst>
        <pc:graphicFrameChg chg="mod modGraphic">
          <ac:chgData name="Torres Gil, Sthephany Antonella, ORYGEN" userId="b558d9f4-6123-4c3e-96ab-2d564d83e20a" providerId="ADAL" clId="{2694C480-823E-4C4A-8981-327502032072}" dt="2026-08-17T05:48:00.587" v="525" actId="404"/>
          <ac:graphicFrameMkLst>
            <pc:docMk/>
            <pc:sldMk cId="1484752270" sldId="2389"/>
            <ac:graphicFrameMk id="5" creationId="{AF5B1093-BC2D-B816-B037-1FA1E6CD635C}"/>
          </ac:graphicFrameMkLst>
        </pc:graphicFrameChg>
      </pc:sldChg>
      <pc:sldChg chg="modSp mod ord">
        <pc:chgData name="Torres Gil, Sthephany Antonella, ORYGEN" userId="b558d9f4-6123-4c3e-96ab-2d564d83e20a" providerId="ADAL" clId="{2694C480-823E-4C4A-8981-327502032072}" dt="2026-08-17T05:47:39.220" v="519" actId="404"/>
        <pc:sldMkLst>
          <pc:docMk/>
          <pc:sldMk cId="1837460893" sldId="2390"/>
        </pc:sldMkLst>
        <pc:graphicFrameChg chg="mod modGraphic">
          <ac:chgData name="Torres Gil, Sthephany Antonella, ORYGEN" userId="b558d9f4-6123-4c3e-96ab-2d564d83e20a" providerId="ADAL" clId="{2694C480-823E-4C4A-8981-327502032072}" dt="2026-08-17T05:47:39.220" v="519" actId="404"/>
          <ac:graphicFrameMkLst>
            <pc:docMk/>
            <pc:sldMk cId="1837460893" sldId="2390"/>
            <ac:graphicFrameMk id="5" creationId="{AF5B1093-BC2D-B816-B037-1FA1E6CD635C}"/>
          </ac:graphicFrameMkLst>
        </pc:graphicFrameChg>
      </pc:sldChg>
      <pc:sldChg chg="modSp mod">
        <pc:chgData name="Torres Gil, Sthephany Antonella, ORYGEN" userId="b558d9f4-6123-4c3e-96ab-2d564d83e20a" providerId="ADAL" clId="{2694C480-823E-4C4A-8981-327502032072}" dt="2026-08-17T05:46:43.301" v="504" actId="404"/>
        <pc:sldMkLst>
          <pc:docMk/>
          <pc:sldMk cId="2284847625" sldId="2391"/>
        </pc:sldMkLst>
        <pc:graphicFrameChg chg="mod modGraphic">
          <ac:chgData name="Torres Gil, Sthephany Antonella, ORYGEN" userId="b558d9f4-6123-4c3e-96ab-2d564d83e20a" providerId="ADAL" clId="{2694C480-823E-4C4A-8981-327502032072}" dt="2026-08-17T05:46:43.301" v="504" actId="404"/>
          <ac:graphicFrameMkLst>
            <pc:docMk/>
            <pc:sldMk cId="2284847625" sldId="2391"/>
            <ac:graphicFrameMk id="5" creationId="{AF5B1093-BC2D-B816-B037-1FA1E6CD635C}"/>
          </ac:graphicFrameMkLst>
        </pc:graphicFrameChg>
      </pc:sldChg>
      <pc:sldChg chg="modSp mod">
        <pc:chgData name="Torres Gil, Sthephany Antonella, ORYGEN" userId="b558d9f4-6123-4c3e-96ab-2d564d83e20a" providerId="ADAL" clId="{2694C480-823E-4C4A-8981-327502032072}" dt="2026-08-17T05:47:11.896" v="513" actId="404"/>
        <pc:sldMkLst>
          <pc:docMk/>
          <pc:sldMk cId="1151826084" sldId="2392"/>
        </pc:sldMkLst>
        <pc:graphicFrameChg chg="mod modGraphic">
          <ac:chgData name="Torres Gil, Sthephany Antonella, ORYGEN" userId="b558d9f4-6123-4c3e-96ab-2d564d83e20a" providerId="ADAL" clId="{2694C480-823E-4C4A-8981-327502032072}" dt="2026-08-17T05:47:11.896" v="513" actId="404"/>
          <ac:graphicFrameMkLst>
            <pc:docMk/>
            <pc:sldMk cId="1151826084" sldId="2392"/>
            <ac:graphicFrameMk id="5" creationId="{AF5B1093-BC2D-B816-B037-1FA1E6CD635C}"/>
          </ac:graphicFrameMkLst>
        </pc:graphicFrameChg>
      </pc:sldChg>
      <pc:sldChg chg="modSp">
        <pc:chgData name="Torres Gil, Sthephany Antonella, ORYGEN" userId="b558d9f4-6123-4c3e-96ab-2d564d83e20a" providerId="ADAL" clId="{2694C480-823E-4C4A-8981-327502032072}" dt="2026-08-14T16:27:02.296" v="430"/>
        <pc:sldMkLst>
          <pc:docMk/>
          <pc:sldMk cId="3965137492" sldId="2146847045"/>
        </pc:sldMkLst>
        <pc:graphicFrameChg chg="mod">
          <ac:chgData name="Torres Gil, Sthephany Antonella, ORYGEN" userId="b558d9f4-6123-4c3e-96ab-2d564d83e20a" providerId="ADAL" clId="{2694C480-823E-4C4A-8981-327502032072}" dt="2026-08-14T16:27:02.296" v="430"/>
          <ac:graphicFrameMkLst>
            <pc:docMk/>
            <pc:sldMk cId="3965137492" sldId="2146847045"/>
            <ac:graphicFrameMk id="9" creationId="{5A16613A-0252-7417-0173-CEBF1383F2C6}"/>
          </ac:graphicFrameMkLst>
        </pc:graphicFrameChg>
      </pc:sldChg>
      <pc:sldChg chg="add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2317530595" sldId="2146847048"/>
        </pc:sldMkLst>
      </pc:sldChg>
      <pc:sldChg chg="delSp add setBg delDesignElem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429275319" sldId="2147483550"/>
        </pc:sldMkLst>
        <pc:spChg chg="del">
          <ac:chgData name="Torres Gil, Sthephany Antonella, ORYGEN" userId="b558d9f4-6123-4c3e-96ab-2d564d83e20a" providerId="ADAL" clId="{2694C480-823E-4C4A-8981-327502032072}" dt="2026-08-17T05:45:02.596" v="434"/>
          <ac:spMkLst>
            <pc:docMk/>
            <pc:sldMk cId="429275319" sldId="2147483550"/>
            <ac:spMk id="14" creationId="{A3363022-C969-41E9-8EB2-E4C94908C1FA}"/>
          </ac:spMkLst>
        </pc:spChg>
        <pc:spChg chg="del">
          <ac:chgData name="Torres Gil, Sthephany Antonella, ORYGEN" userId="b558d9f4-6123-4c3e-96ab-2d564d83e20a" providerId="ADAL" clId="{2694C480-823E-4C4A-8981-327502032072}" dt="2026-08-17T05:45:02.596" v="434"/>
          <ac:spMkLst>
            <pc:docMk/>
            <pc:sldMk cId="429275319" sldId="2147483550"/>
            <ac:spMk id="16" creationId="{8D1AD6B3-BE88-4CEB-BA17-790657CC4729}"/>
          </ac:spMkLst>
        </pc:spChg>
        <pc:grpChg chg="del">
          <ac:chgData name="Torres Gil, Sthephany Antonella, ORYGEN" userId="b558d9f4-6123-4c3e-96ab-2d564d83e20a" providerId="ADAL" clId="{2694C480-823E-4C4A-8981-327502032072}" dt="2026-08-17T05:45:02.596" v="434"/>
          <ac:grpSpMkLst>
            <pc:docMk/>
            <pc:sldMk cId="429275319" sldId="2147483550"/>
            <ac:grpSpMk id="18" creationId="{89D1390B-7E13-4B4F-9CB2-391063412E54}"/>
          </ac:grpSpMkLst>
        </pc:grpChg>
      </pc:sldChg>
      <pc:sldChg chg="add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1579934348" sldId="2147483551"/>
        </pc:sldMkLst>
      </pc:sldChg>
      <pc:sldChg chg="add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978644224" sldId="2147483552"/>
        </pc:sldMkLst>
      </pc:sldChg>
      <pc:sldChg chg="add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646908501" sldId="2147483553"/>
        </pc:sldMkLst>
      </pc:sldChg>
      <pc:sldChg chg="add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2612600723" sldId="2147483554"/>
        </pc:sldMkLst>
      </pc:sldChg>
      <pc:sldChg chg="add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1484296181" sldId="2147483555"/>
        </pc:sldMkLst>
      </pc:sldChg>
      <pc:sldChg chg="add">
        <pc:chgData name="Torres Gil, Sthephany Antonella, ORYGEN" userId="b558d9f4-6123-4c3e-96ab-2d564d83e20a" providerId="ADAL" clId="{2694C480-823E-4C4A-8981-327502032072}" dt="2026-08-17T05:45:02.596" v="434"/>
        <pc:sldMkLst>
          <pc:docMk/>
          <pc:sldMk cId="48932580" sldId="2147483556"/>
        </pc:sldMkLst>
      </pc:sldChg>
      <pc:sldMasterChg chg="delSldLayout">
        <pc:chgData name="Torres Gil, Sthephany Antonella, ORYGEN" userId="b558d9f4-6123-4c3e-96ab-2d564d83e20a" providerId="ADAL" clId="{2694C480-823E-4C4A-8981-327502032072}" dt="2026-08-14T16:15:49.264" v="425" actId="47"/>
        <pc:sldMasterMkLst>
          <pc:docMk/>
          <pc:sldMasterMk cId="2452081096" sldId="2147483648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43D2FD-353C-4C1A-BBFD-C296F642F02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6AB5D47-6B53-442A-B389-DBE82B9CB119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s-PE" b="1" dirty="0"/>
            <a:t>Proceso de Licitación</a:t>
          </a:r>
          <a:endParaRPr lang="es-PE" dirty="0"/>
        </a:p>
      </dgm:t>
    </dgm:pt>
    <dgm:pt modelId="{4E1C1C23-4540-4CAE-BFFB-06F1EF8B1DAE}" type="parTrans" cxnId="{EA6AE582-A31C-450B-9B04-96D1DF48A367}">
      <dgm:prSet/>
      <dgm:spPr/>
      <dgm:t>
        <a:bodyPr/>
        <a:lstStyle/>
        <a:p>
          <a:endParaRPr lang="es-ES"/>
        </a:p>
      </dgm:t>
    </dgm:pt>
    <dgm:pt modelId="{15390780-96CF-48F6-A261-594B6D7F7203}" type="sibTrans" cxnId="{EA6AE582-A31C-450B-9B04-96D1DF48A367}">
      <dgm:prSet/>
      <dgm:spPr/>
      <dgm:t>
        <a:bodyPr/>
        <a:lstStyle/>
        <a:p>
          <a:endParaRPr lang="es-ES"/>
        </a:p>
      </dgm:t>
    </dgm:pt>
    <dgm:pt modelId="{EF77AC78-7202-497E-8DD6-2B38228BB08E}">
      <dgm:prSet/>
      <dgm:spPr/>
      <dgm:t>
        <a:bodyPr/>
        <a:lstStyle/>
        <a:p>
          <a:pPr rtl="0"/>
          <a:r>
            <a:rPr lang="es-PE" b="1" dirty="0"/>
            <a:t>Calificación de Proveedores</a:t>
          </a:r>
          <a:endParaRPr lang="es-PE" dirty="0"/>
        </a:p>
      </dgm:t>
    </dgm:pt>
    <dgm:pt modelId="{2F6A5852-7AB1-4DFE-B609-77DEAB7C309F}" type="parTrans" cxnId="{7EB2AAB1-A25F-4756-88CA-545A741C0D1A}">
      <dgm:prSet/>
      <dgm:spPr/>
      <dgm:t>
        <a:bodyPr/>
        <a:lstStyle/>
        <a:p>
          <a:endParaRPr lang="es-ES"/>
        </a:p>
      </dgm:t>
    </dgm:pt>
    <dgm:pt modelId="{63A9A6F3-243D-4CCF-8210-47E8C109A901}" type="sibTrans" cxnId="{7EB2AAB1-A25F-4756-88CA-545A741C0D1A}">
      <dgm:prSet/>
      <dgm:spPr/>
      <dgm:t>
        <a:bodyPr/>
        <a:lstStyle/>
        <a:p>
          <a:endParaRPr lang="es-ES"/>
        </a:p>
      </dgm:t>
    </dgm:pt>
    <dgm:pt modelId="{0BA45FFC-2D05-4966-A68B-B659388300BA}">
      <dgm:prSet custT="1"/>
      <dgm:spPr/>
      <dgm:t>
        <a:bodyPr/>
        <a:lstStyle/>
        <a:p>
          <a:pPr rtl="0"/>
          <a:r>
            <a:rPr lang="es-PE" sz="3000" b="1" dirty="0"/>
            <a:t>Control de Contratistas </a:t>
          </a:r>
          <a:r>
            <a:rPr lang="es-PE" sz="2400" b="1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dirty="0"/>
            <a:t> </a:t>
          </a:r>
          <a:endParaRPr lang="es-PE" sz="3000" dirty="0"/>
        </a:p>
      </dgm:t>
    </dgm:pt>
    <dgm:pt modelId="{BE9611DD-77CE-4818-AD4E-4CD095A8F1F9}" type="parTrans" cxnId="{CC9A6887-63EE-4FA9-AAAE-25A604C06699}">
      <dgm:prSet/>
      <dgm:spPr/>
      <dgm:t>
        <a:bodyPr/>
        <a:lstStyle/>
        <a:p>
          <a:endParaRPr lang="es-ES"/>
        </a:p>
      </dgm:t>
    </dgm:pt>
    <dgm:pt modelId="{9C6548D4-D1FC-4B3E-B473-435D35BE1599}" type="sibTrans" cxnId="{CC9A6887-63EE-4FA9-AAAE-25A604C06699}">
      <dgm:prSet/>
      <dgm:spPr/>
      <dgm:t>
        <a:bodyPr/>
        <a:lstStyle/>
        <a:p>
          <a:endParaRPr lang="es-ES"/>
        </a:p>
      </dgm:t>
    </dgm:pt>
    <dgm:pt modelId="{92E1BAC0-335F-483D-8168-046D8C9F208A}">
      <dgm:prSet custT="1"/>
      <dgm:spPr/>
      <dgm:t>
        <a:bodyPr/>
        <a:lstStyle/>
        <a:p>
          <a:pPr rtl="0"/>
          <a:r>
            <a:rPr lang="es-PE" sz="2800" b="1" dirty="0"/>
            <a:t>Requerimientos de Seguridad </a:t>
          </a:r>
          <a:r>
            <a:rPr lang="es-PE" sz="2400" b="1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dirty="0"/>
            <a:t>  </a:t>
          </a:r>
          <a:endParaRPr lang="es-PE" sz="2800" dirty="0"/>
        </a:p>
      </dgm:t>
    </dgm:pt>
    <dgm:pt modelId="{3A82112B-01EF-4189-9B97-891DE4DEC9DE}" type="sibTrans" cxnId="{F4BBF374-1128-4927-972D-B1EA3D0C7443}">
      <dgm:prSet/>
      <dgm:spPr/>
      <dgm:t>
        <a:bodyPr/>
        <a:lstStyle/>
        <a:p>
          <a:endParaRPr lang="es-ES"/>
        </a:p>
      </dgm:t>
    </dgm:pt>
    <dgm:pt modelId="{AB6D8E42-CE35-48B0-B0CC-A0FB1FD893C6}" type="parTrans" cxnId="{F4BBF374-1128-4927-972D-B1EA3D0C7443}">
      <dgm:prSet/>
      <dgm:spPr/>
      <dgm:t>
        <a:bodyPr/>
        <a:lstStyle/>
        <a:p>
          <a:endParaRPr lang="es-ES"/>
        </a:p>
      </dgm:t>
    </dgm:pt>
    <dgm:pt modelId="{7180574B-1B91-4E55-8855-EC7C990E5F8A}">
      <dgm:prSet/>
      <dgm:spPr/>
      <dgm:t>
        <a:bodyPr/>
        <a:lstStyle/>
        <a:p>
          <a:pPr rtl="0"/>
          <a:r>
            <a:rPr lang="es-PE" b="1" dirty="0"/>
            <a:t>Alcance Técnico</a:t>
          </a:r>
          <a:endParaRPr lang="es-PE" dirty="0"/>
        </a:p>
      </dgm:t>
    </dgm:pt>
    <dgm:pt modelId="{49592DFB-57DE-4DC8-B2B0-52CBA7182299}" type="parTrans" cxnId="{25A9D699-6152-4DE9-8236-57AC6A769C1B}">
      <dgm:prSet/>
      <dgm:spPr/>
      <dgm:t>
        <a:bodyPr/>
        <a:lstStyle/>
        <a:p>
          <a:endParaRPr lang="es-ES"/>
        </a:p>
      </dgm:t>
    </dgm:pt>
    <dgm:pt modelId="{20CC6552-44F2-41C7-A553-8464C9875CF8}" type="sibTrans" cxnId="{25A9D699-6152-4DE9-8236-57AC6A769C1B}">
      <dgm:prSet/>
      <dgm:spPr/>
      <dgm:t>
        <a:bodyPr/>
        <a:lstStyle/>
        <a:p>
          <a:endParaRPr lang="es-ES"/>
        </a:p>
      </dgm:t>
    </dgm:pt>
    <dgm:pt modelId="{1951E64C-8844-48FA-8497-3ED1C9A5DFD7}" type="pres">
      <dgm:prSet presAssocID="{8E43D2FD-353C-4C1A-BBFD-C296F642F02F}" presName="Name0" presStyleCnt="0">
        <dgm:presLayoutVars>
          <dgm:chMax val="7"/>
          <dgm:chPref val="7"/>
          <dgm:dir/>
        </dgm:presLayoutVars>
      </dgm:prSet>
      <dgm:spPr/>
    </dgm:pt>
    <dgm:pt modelId="{20354B5A-3CF3-4902-A0DA-80E881F36316}" type="pres">
      <dgm:prSet presAssocID="{8E43D2FD-353C-4C1A-BBFD-C296F642F02F}" presName="Name1" presStyleCnt="0"/>
      <dgm:spPr/>
    </dgm:pt>
    <dgm:pt modelId="{64FAD16A-3598-43C6-BB55-CC339853CA66}" type="pres">
      <dgm:prSet presAssocID="{8E43D2FD-353C-4C1A-BBFD-C296F642F02F}" presName="cycle" presStyleCnt="0"/>
      <dgm:spPr/>
    </dgm:pt>
    <dgm:pt modelId="{C18BD6A6-BA12-4EAC-AE00-CB0BD870D7E7}" type="pres">
      <dgm:prSet presAssocID="{8E43D2FD-353C-4C1A-BBFD-C296F642F02F}" presName="srcNode" presStyleLbl="node1" presStyleIdx="0" presStyleCnt="5"/>
      <dgm:spPr/>
    </dgm:pt>
    <dgm:pt modelId="{FF9CB119-C3D6-4798-B31D-602D9AAA817F}" type="pres">
      <dgm:prSet presAssocID="{8E43D2FD-353C-4C1A-BBFD-C296F642F02F}" presName="conn" presStyleLbl="parChTrans1D2" presStyleIdx="0" presStyleCnt="1"/>
      <dgm:spPr/>
    </dgm:pt>
    <dgm:pt modelId="{5F9A4BC2-5091-45DB-B189-6911FDA5FAF0}" type="pres">
      <dgm:prSet presAssocID="{8E43D2FD-353C-4C1A-BBFD-C296F642F02F}" presName="extraNode" presStyleLbl="node1" presStyleIdx="0" presStyleCnt="5"/>
      <dgm:spPr/>
    </dgm:pt>
    <dgm:pt modelId="{07085D36-31AE-48CB-B7FD-D70532AE8502}" type="pres">
      <dgm:prSet presAssocID="{8E43D2FD-353C-4C1A-BBFD-C296F642F02F}" presName="dstNode" presStyleLbl="node1" presStyleIdx="0" presStyleCnt="5"/>
      <dgm:spPr/>
    </dgm:pt>
    <dgm:pt modelId="{F4414BC9-C91B-4C28-BA7E-17A52B189578}" type="pres">
      <dgm:prSet presAssocID="{36AB5D47-6B53-442A-B389-DBE82B9CB119}" presName="text_1" presStyleLbl="node1" presStyleIdx="0" presStyleCnt="5">
        <dgm:presLayoutVars>
          <dgm:bulletEnabled val="1"/>
        </dgm:presLayoutVars>
      </dgm:prSet>
      <dgm:spPr/>
    </dgm:pt>
    <dgm:pt modelId="{E8A249C6-A4D3-4711-9E1C-0E796C0A37E6}" type="pres">
      <dgm:prSet presAssocID="{36AB5D47-6B53-442A-B389-DBE82B9CB119}" presName="accent_1" presStyleCnt="0"/>
      <dgm:spPr/>
    </dgm:pt>
    <dgm:pt modelId="{EBFC7813-C8F2-4C7F-833B-1B11961C8513}" type="pres">
      <dgm:prSet presAssocID="{36AB5D47-6B53-442A-B389-DBE82B9CB119}" presName="accentRepeatNode" presStyleLbl="solidFgAcc1" presStyleIdx="0" presStyleCnt="5"/>
      <dgm:spPr/>
    </dgm:pt>
    <dgm:pt modelId="{93D7F1A6-BCD4-4BB0-BF56-189CBFF9C22C}" type="pres">
      <dgm:prSet presAssocID="{EF77AC78-7202-497E-8DD6-2B38228BB08E}" presName="text_2" presStyleLbl="node1" presStyleIdx="1" presStyleCnt="5">
        <dgm:presLayoutVars>
          <dgm:bulletEnabled val="1"/>
        </dgm:presLayoutVars>
      </dgm:prSet>
      <dgm:spPr/>
    </dgm:pt>
    <dgm:pt modelId="{9449BC77-CEA7-452D-AD1B-7805025E710C}" type="pres">
      <dgm:prSet presAssocID="{EF77AC78-7202-497E-8DD6-2B38228BB08E}" presName="accent_2" presStyleCnt="0"/>
      <dgm:spPr/>
    </dgm:pt>
    <dgm:pt modelId="{45DD9CD2-EB07-494E-8F30-0BF8F4AF73E6}" type="pres">
      <dgm:prSet presAssocID="{EF77AC78-7202-497E-8DD6-2B38228BB08E}" presName="accentRepeatNode" presStyleLbl="solidFgAcc1" presStyleIdx="1" presStyleCnt="5"/>
      <dgm:spPr/>
    </dgm:pt>
    <dgm:pt modelId="{3A0DE696-106D-418F-9CDF-87B96D1C7395}" type="pres">
      <dgm:prSet presAssocID="{7180574B-1B91-4E55-8855-EC7C990E5F8A}" presName="text_3" presStyleLbl="node1" presStyleIdx="2" presStyleCnt="5">
        <dgm:presLayoutVars>
          <dgm:bulletEnabled val="1"/>
        </dgm:presLayoutVars>
      </dgm:prSet>
      <dgm:spPr/>
    </dgm:pt>
    <dgm:pt modelId="{44D483F1-21CA-485A-B87B-18CBF05C101E}" type="pres">
      <dgm:prSet presAssocID="{7180574B-1B91-4E55-8855-EC7C990E5F8A}" presName="accent_3" presStyleCnt="0"/>
      <dgm:spPr/>
    </dgm:pt>
    <dgm:pt modelId="{340A85CA-D7A9-4757-B953-553340397E65}" type="pres">
      <dgm:prSet presAssocID="{7180574B-1B91-4E55-8855-EC7C990E5F8A}" presName="accentRepeatNode" presStyleLbl="solidFgAcc1" presStyleIdx="2" presStyleCnt="5" custLinFactNeighborX="-2527" custLinFactNeighborY="332"/>
      <dgm:spPr/>
    </dgm:pt>
    <dgm:pt modelId="{56F87E0A-D900-4447-BFCC-47042EF82AE5}" type="pres">
      <dgm:prSet presAssocID="{0BA45FFC-2D05-4966-A68B-B659388300BA}" presName="text_4" presStyleLbl="node1" presStyleIdx="3" presStyleCnt="5">
        <dgm:presLayoutVars>
          <dgm:bulletEnabled val="1"/>
        </dgm:presLayoutVars>
      </dgm:prSet>
      <dgm:spPr/>
    </dgm:pt>
    <dgm:pt modelId="{0FA87359-ED82-4FF1-A1C4-2C21E407B626}" type="pres">
      <dgm:prSet presAssocID="{0BA45FFC-2D05-4966-A68B-B659388300BA}" presName="accent_4" presStyleCnt="0"/>
      <dgm:spPr/>
    </dgm:pt>
    <dgm:pt modelId="{0928EBEF-B41A-4CB9-930B-559C73FC97C1}" type="pres">
      <dgm:prSet presAssocID="{0BA45FFC-2D05-4966-A68B-B659388300BA}" presName="accentRepeatNode" presStyleLbl="solidFgAcc1" presStyleIdx="3" presStyleCnt="5" custLinFactNeighborX="-1412" custLinFactNeighborY="-2805"/>
      <dgm:spPr/>
    </dgm:pt>
    <dgm:pt modelId="{E406D9D1-ED5C-4AD9-ABCD-8413E96023DB}" type="pres">
      <dgm:prSet presAssocID="{92E1BAC0-335F-483D-8168-046D8C9F208A}" presName="text_5" presStyleLbl="node1" presStyleIdx="4" presStyleCnt="5">
        <dgm:presLayoutVars>
          <dgm:bulletEnabled val="1"/>
        </dgm:presLayoutVars>
      </dgm:prSet>
      <dgm:spPr/>
    </dgm:pt>
    <dgm:pt modelId="{439E7DC7-66AF-4D00-83E7-AC710F0AD4F0}" type="pres">
      <dgm:prSet presAssocID="{92E1BAC0-335F-483D-8168-046D8C9F208A}" presName="accent_5" presStyleCnt="0"/>
      <dgm:spPr/>
    </dgm:pt>
    <dgm:pt modelId="{5183A8F9-1038-45B1-AB53-3E45048E45E1}" type="pres">
      <dgm:prSet presAssocID="{92E1BAC0-335F-483D-8168-046D8C9F208A}" presName="accentRepeatNode" presStyleLbl="solidFgAcc1" presStyleIdx="4" presStyleCnt="5"/>
      <dgm:spPr/>
    </dgm:pt>
  </dgm:ptLst>
  <dgm:cxnLst>
    <dgm:cxn modelId="{16781D01-F25F-400F-BAF9-2AA91E7A4A6E}" type="presOf" srcId="{92E1BAC0-335F-483D-8168-046D8C9F208A}" destId="{E406D9D1-ED5C-4AD9-ABCD-8413E96023DB}" srcOrd="0" destOrd="0" presId="urn:microsoft.com/office/officeart/2008/layout/VerticalCurvedList"/>
    <dgm:cxn modelId="{8E261602-D018-4381-9C88-B88BD00E0FFD}" type="presOf" srcId="{36AB5D47-6B53-442A-B389-DBE82B9CB119}" destId="{F4414BC9-C91B-4C28-BA7E-17A52B189578}" srcOrd="0" destOrd="0" presId="urn:microsoft.com/office/officeart/2008/layout/VerticalCurvedList"/>
    <dgm:cxn modelId="{366AFD05-62BC-4A59-8AE1-C06EC71FCC04}" type="presOf" srcId="{0BA45FFC-2D05-4966-A68B-B659388300BA}" destId="{56F87E0A-D900-4447-BFCC-47042EF82AE5}" srcOrd="0" destOrd="0" presId="urn:microsoft.com/office/officeart/2008/layout/VerticalCurvedList"/>
    <dgm:cxn modelId="{F4BBF374-1128-4927-972D-B1EA3D0C7443}" srcId="{8E43D2FD-353C-4C1A-BBFD-C296F642F02F}" destId="{92E1BAC0-335F-483D-8168-046D8C9F208A}" srcOrd="4" destOrd="0" parTransId="{AB6D8E42-CE35-48B0-B0CC-A0FB1FD893C6}" sibTransId="{3A82112B-01EF-4189-9B97-891DE4DEC9DE}"/>
    <dgm:cxn modelId="{EA6AE582-A31C-450B-9B04-96D1DF48A367}" srcId="{8E43D2FD-353C-4C1A-BBFD-C296F642F02F}" destId="{36AB5D47-6B53-442A-B389-DBE82B9CB119}" srcOrd="0" destOrd="0" parTransId="{4E1C1C23-4540-4CAE-BFFB-06F1EF8B1DAE}" sibTransId="{15390780-96CF-48F6-A261-594B6D7F7203}"/>
    <dgm:cxn modelId="{CC9A6887-63EE-4FA9-AAAE-25A604C06699}" srcId="{8E43D2FD-353C-4C1A-BBFD-C296F642F02F}" destId="{0BA45FFC-2D05-4966-A68B-B659388300BA}" srcOrd="3" destOrd="0" parTransId="{BE9611DD-77CE-4818-AD4E-4CD095A8F1F9}" sibTransId="{9C6548D4-D1FC-4B3E-B473-435D35BE1599}"/>
    <dgm:cxn modelId="{8153A98E-86CD-4F20-AB01-AB7B3CD8E404}" type="presOf" srcId="{15390780-96CF-48F6-A261-594B6D7F7203}" destId="{FF9CB119-C3D6-4798-B31D-602D9AAA817F}" srcOrd="0" destOrd="0" presId="urn:microsoft.com/office/officeart/2008/layout/VerticalCurvedList"/>
    <dgm:cxn modelId="{25A9D699-6152-4DE9-8236-57AC6A769C1B}" srcId="{8E43D2FD-353C-4C1A-BBFD-C296F642F02F}" destId="{7180574B-1B91-4E55-8855-EC7C990E5F8A}" srcOrd="2" destOrd="0" parTransId="{49592DFB-57DE-4DC8-B2B0-52CBA7182299}" sibTransId="{20CC6552-44F2-41C7-A553-8464C9875CF8}"/>
    <dgm:cxn modelId="{0839E2AA-020F-4352-8925-527A8B00E204}" type="presOf" srcId="{7180574B-1B91-4E55-8855-EC7C990E5F8A}" destId="{3A0DE696-106D-418F-9CDF-87B96D1C7395}" srcOrd="0" destOrd="0" presId="urn:microsoft.com/office/officeart/2008/layout/VerticalCurvedList"/>
    <dgm:cxn modelId="{6357A7AC-C9C2-4C47-9857-7D8611551F0F}" type="presOf" srcId="{EF77AC78-7202-497E-8DD6-2B38228BB08E}" destId="{93D7F1A6-BCD4-4BB0-BF56-189CBFF9C22C}" srcOrd="0" destOrd="0" presId="urn:microsoft.com/office/officeart/2008/layout/VerticalCurvedList"/>
    <dgm:cxn modelId="{7EB2AAB1-A25F-4756-88CA-545A741C0D1A}" srcId="{8E43D2FD-353C-4C1A-BBFD-C296F642F02F}" destId="{EF77AC78-7202-497E-8DD6-2B38228BB08E}" srcOrd="1" destOrd="0" parTransId="{2F6A5852-7AB1-4DFE-B609-77DEAB7C309F}" sibTransId="{63A9A6F3-243D-4CCF-8210-47E8C109A901}"/>
    <dgm:cxn modelId="{3C0CB5C3-9215-4754-B907-D8F173012F1C}" type="presOf" srcId="{8E43D2FD-353C-4C1A-BBFD-C296F642F02F}" destId="{1951E64C-8844-48FA-8497-3ED1C9A5DFD7}" srcOrd="0" destOrd="0" presId="urn:microsoft.com/office/officeart/2008/layout/VerticalCurvedList"/>
    <dgm:cxn modelId="{664D987F-55E6-497B-9B36-783EA32B2895}" type="presParOf" srcId="{1951E64C-8844-48FA-8497-3ED1C9A5DFD7}" destId="{20354B5A-3CF3-4902-A0DA-80E881F36316}" srcOrd="0" destOrd="0" presId="urn:microsoft.com/office/officeart/2008/layout/VerticalCurvedList"/>
    <dgm:cxn modelId="{CF229A44-79F2-4982-8477-A15E48A1BEA9}" type="presParOf" srcId="{20354B5A-3CF3-4902-A0DA-80E881F36316}" destId="{64FAD16A-3598-43C6-BB55-CC339853CA66}" srcOrd="0" destOrd="0" presId="urn:microsoft.com/office/officeart/2008/layout/VerticalCurvedList"/>
    <dgm:cxn modelId="{C4885043-390F-49A0-A8FA-D4D2D5774743}" type="presParOf" srcId="{64FAD16A-3598-43C6-BB55-CC339853CA66}" destId="{C18BD6A6-BA12-4EAC-AE00-CB0BD870D7E7}" srcOrd="0" destOrd="0" presId="urn:microsoft.com/office/officeart/2008/layout/VerticalCurvedList"/>
    <dgm:cxn modelId="{79E831E4-99F1-4071-9F30-0CEEACFA9E1F}" type="presParOf" srcId="{64FAD16A-3598-43C6-BB55-CC339853CA66}" destId="{FF9CB119-C3D6-4798-B31D-602D9AAA817F}" srcOrd="1" destOrd="0" presId="urn:microsoft.com/office/officeart/2008/layout/VerticalCurvedList"/>
    <dgm:cxn modelId="{FF42922D-5449-4561-BB7F-78A83CF0E02C}" type="presParOf" srcId="{64FAD16A-3598-43C6-BB55-CC339853CA66}" destId="{5F9A4BC2-5091-45DB-B189-6911FDA5FAF0}" srcOrd="2" destOrd="0" presId="urn:microsoft.com/office/officeart/2008/layout/VerticalCurvedList"/>
    <dgm:cxn modelId="{31312015-8597-4F69-8676-BA2AD3C7F519}" type="presParOf" srcId="{64FAD16A-3598-43C6-BB55-CC339853CA66}" destId="{07085D36-31AE-48CB-B7FD-D70532AE8502}" srcOrd="3" destOrd="0" presId="urn:microsoft.com/office/officeart/2008/layout/VerticalCurvedList"/>
    <dgm:cxn modelId="{00F7AC20-DFE1-4573-80D8-66D3A81828CC}" type="presParOf" srcId="{20354B5A-3CF3-4902-A0DA-80E881F36316}" destId="{F4414BC9-C91B-4C28-BA7E-17A52B189578}" srcOrd="1" destOrd="0" presId="urn:microsoft.com/office/officeart/2008/layout/VerticalCurvedList"/>
    <dgm:cxn modelId="{61672870-CAE4-4097-A50C-32937E6CBADA}" type="presParOf" srcId="{20354B5A-3CF3-4902-A0DA-80E881F36316}" destId="{E8A249C6-A4D3-4711-9E1C-0E796C0A37E6}" srcOrd="2" destOrd="0" presId="urn:microsoft.com/office/officeart/2008/layout/VerticalCurvedList"/>
    <dgm:cxn modelId="{4FB6B933-71C1-4BC4-BF2E-F9743A50BE14}" type="presParOf" srcId="{E8A249C6-A4D3-4711-9E1C-0E796C0A37E6}" destId="{EBFC7813-C8F2-4C7F-833B-1B11961C8513}" srcOrd="0" destOrd="0" presId="urn:microsoft.com/office/officeart/2008/layout/VerticalCurvedList"/>
    <dgm:cxn modelId="{F1A4D5D0-C397-45D2-9D6F-1F03923443E6}" type="presParOf" srcId="{20354B5A-3CF3-4902-A0DA-80E881F36316}" destId="{93D7F1A6-BCD4-4BB0-BF56-189CBFF9C22C}" srcOrd="3" destOrd="0" presId="urn:microsoft.com/office/officeart/2008/layout/VerticalCurvedList"/>
    <dgm:cxn modelId="{409674E7-2ACD-4FC1-BDF0-6F76B74B7511}" type="presParOf" srcId="{20354B5A-3CF3-4902-A0DA-80E881F36316}" destId="{9449BC77-CEA7-452D-AD1B-7805025E710C}" srcOrd="4" destOrd="0" presId="urn:microsoft.com/office/officeart/2008/layout/VerticalCurvedList"/>
    <dgm:cxn modelId="{B6360E28-0807-4433-8EC1-3340B14D112B}" type="presParOf" srcId="{9449BC77-CEA7-452D-AD1B-7805025E710C}" destId="{45DD9CD2-EB07-494E-8F30-0BF8F4AF73E6}" srcOrd="0" destOrd="0" presId="urn:microsoft.com/office/officeart/2008/layout/VerticalCurvedList"/>
    <dgm:cxn modelId="{8FC6C6E4-17BA-4D53-A517-C4E32A532436}" type="presParOf" srcId="{20354B5A-3CF3-4902-A0DA-80E881F36316}" destId="{3A0DE696-106D-418F-9CDF-87B96D1C7395}" srcOrd="5" destOrd="0" presId="urn:microsoft.com/office/officeart/2008/layout/VerticalCurvedList"/>
    <dgm:cxn modelId="{F7A56E8F-24F5-4CA5-A251-12252A50DEF4}" type="presParOf" srcId="{20354B5A-3CF3-4902-A0DA-80E881F36316}" destId="{44D483F1-21CA-485A-B87B-18CBF05C101E}" srcOrd="6" destOrd="0" presId="urn:microsoft.com/office/officeart/2008/layout/VerticalCurvedList"/>
    <dgm:cxn modelId="{A64A9F0E-03EA-44ED-AB39-F8B11C380447}" type="presParOf" srcId="{44D483F1-21CA-485A-B87B-18CBF05C101E}" destId="{340A85CA-D7A9-4757-B953-553340397E65}" srcOrd="0" destOrd="0" presId="urn:microsoft.com/office/officeart/2008/layout/VerticalCurvedList"/>
    <dgm:cxn modelId="{F374C1B5-4216-4B77-92DF-5765E48E966C}" type="presParOf" srcId="{20354B5A-3CF3-4902-A0DA-80E881F36316}" destId="{56F87E0A-D900-4447-BFCC-47042EF82AE5}" srcOrd="7" destOrd="0" presId="urn:microsoft.com/office/officeart/2008/layout/VerticalCurvedList"/>
    <dgm:cxn modelId="{2B6D29BF-6CBC-4F56-9BC8-558662359797}" type="presParOf" srcId="{20354B5A-3CF3-4902-A0DA-80E881F36316}" destId="{0FA87359-ED82-4FF1-A1C4-2C21E407B626}" srcOrd="8" destOrd="0" presId="urn:microsoft.com/office/officeart/2008/layout/VerticalCurvedList"/>
    <dgm:cxn modelId="{4838998E-10CF-4E1C-BB81-57FAFB3D8F2B}" type="presParOf" srcId="{0FA87359-ED82-4FF1-A1C4-2C21E407B626}" destId="{0928EBEF-B41A-4CB9-930B-559C73FC97C1}" srcOrd="0" destOrd="0" presId="urn:microsoft.com/office/officeart/2008/layout/VerticalCurvedList"/>
    <dgm:cxn modelId="{AD787FE0-3C23-470E-ADB8-765E335DBC7B}" type="presParOf" srcId="{20354B5A-3CF3-4902-A0DA-80E881F36316}" destId="{E406D9D1-ED5C-4AD9-ABCD-8413E96023DB}" srcOrd="9" destOrd="0" presId="urn:microsoft.com/office/officeart/2008/layout/VerticalCurvedList"/>
    <dgm:cxn modelId="{370CBCB8-89AA-414F-8346-920B2C400EB7}" type="presParOf" srcId="{20354B5A-3CF3-4902-A0DA-80E881F36316}" destId="{439E7DC7-66AF-4D00-83E7-AC710F0AD4F0}" srcOrd="10" destOrd="0" presId="urn:microsoft.com/office/officeart/2008/layout/VerticalCurvedList"/>
    <dgm:cxn modelId="{C0F45AB5-1B05-40D3-ABD1-5BA8ED1C1B21}" type="presParOf" srcId="{439E7DC7-66AF-4D00-83E7-AC710F0AD4F0}" destId="{5183A8F9-1038-45B1-AB53-3E45048E45E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CEE5A1-6650-463F-83EA-CCC5B8700B6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77414C1B-71CE-48E5-9C88-E7617E6C914A}">
      <dgm:prSet phldrT="[Texto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sz="1800" b="1" dirty="0">
              <a:solidFill>
                <a:schemeClr val="bg1"/>
              </a:solidFill>
              <a:latin typeface="Calibri Light" panose="020F0302020204030204" pitchFamily="34" charset="0"/>
            </a:rPr>
            <a:t>PROCESO DE CALIFICACIÓN EN FAMILIA SPPT10</a:t>
          </a:r>
          <a:r>
            <a:rPr lang="es-PE" sz="1800" b="1" dirty="0"/>
            <a:t>-5</a:t>
          </a:r>
          <a:endParaRPr lang="pt-BR" sz="1800" b="1" dirty="0">
            <a:solidFill>
              <a:srgbClr val="FF0000"/>
            </a:solidFill>
            <a:latin typeface="Calibri Light" panose="020F0302020204030204" pitchFamily="34" charset="0"/>
          </a:endParaRPr>
        </a:p>
      </dgm:t>
    </dgm:pt>
    <dgm:pt modelId="{8802DF8B-D8D1-4A17-B9DC-E0956BEDD137}" type="parTrans" cxnId="{B4E686D5-0AE9-4A68-906A-E9320F52408A}">
      <dgm:prSet/>
      <dgm:spPr/>
      <dgm:t>
        <a:bodyPr/>
        <a:lstStyle/>
        <a:p>
          <a:endParaRPr lang="pt-BR"/>
        </a:p>
      </dgm:t>
    </dgm:pt>
    <dgm:pt modelId="{6A3072AA-D89C-47AC-B15A-EFEDEC014257}" type="sibTrans" cxnId="{B4E686D5-0AE9-4A68-906A-E9320F52408A}">
      <dgm:prSet/>
      <dgm:spPr/>
      <dgm:t>
        <a:bodyPr/>
        <a:lstStyle/>
        <a:p>
          <a:endParaRPr lang="pt-BR"/>
        </a:p>
      </dgm:t>
    </dgm:pt>
    <dgm:pt modelId="{1E698CF2-FEAD-40D8-8A4D-5F162AEAF541}">
      <dgm:prSet phldrT="[Texto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pt-BR" sz="2000" b="1" dirty="0">
              <a:latin typeface="Calibri Light" panose="020F0302020204030204" pitchFamily="34" charset="0"/>
            </a:rPr>
            <a:t>EVALUACIÓN TÉCNICA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4F3B7AD1-5274-4AD0-9924-B74F2F5B9DA2}" type="parTrans" cxnId="{D59E822E-ED7D-4859-9338-42A1F17B3E9B}">
      <dgm:prSet/>
      <dgm:spPr/>
      <dgm:t>
        <a:bodyPr/>
        <a:lstStyle/>
        <a:p>
          <a:endParaRPr lang="pt-BR"/>
        </a:p>
      </dgm:t>
    </dgm:pt>
    <dgm:pt modelId="{3D6CCC44-7EE8-4673-83C7-DBC9021B170D}" type="sibTrans" cxnId="{D59E822E-ED7D-4859-9338-42A1F17B3E9B}">
      <dgm:prSet/>
      <dgm:spPr/>
      <dgm:t>
        <a:bodyPr/>
        <a:lstStyle/>
        <a:p>
          <a:endParaRPr lang="pt-BR"/>
        </a:p>
      </dgm:t>
    </dgm:pt>
    <dgm:pt modelId="{FA156829-59FF-4DC9-81CA-91AEABDE5172}">
      <dgm:prSet phldrT="[Texto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pt-BR" sz="2000" b="1" dirty="0">
              <a:latin typeface="Calibri Light" panose="020F0302020204030204" pitchFamily="34" charset="0"/>
            </a:rPr>
            <a:t>EVALUACIÓN COMERCIAL</a:t>
          </a:r>
        </a:p>
      </dgm:t>
    </dgm:pt>
    <dgm:pt modelId="{4476AB36-3A6C-45B9-80A4-173B273B01FD}" type="parTrans" cxnId="{14763613-071A-4CCB-95FC-D52D34957B8B}">
      <dgm:prSet/>
      <dgm:spPr/>
      <dgm:t>
        <a:bodyPr/>
        <a:lstStyle/>
        <a:p>
          <a:endParaRPr lang="pt-BR"/>
        </a:p>
      </dgm:t>
    </dgm:pt>
    <dgm:pt modelId="{C74F62D1-3F6D-42FE-9F38-F45DB69A418F}" type="sibTrans" cxnId="{14763613-071A-4CCB-95FC-D52D34957B8B}">
      <dgm:prSet/>
      <dgm:spPr/>
      <dgm:t>
        <a:bodyPr/>
        <a:lstStyle/>
        <a:p>
          <a:endParaRPr lang="pt-BR"/>
        </a:p>
      </dgm:t>
    </dgm:pt>
    <dgm:pt modelId="{1519CB0A-27B7-40BE-83FC-4692D4F4404E}" type="pres">
      <dgm:prSet presAssocID="{A5CEE5A1-6650-463F-83EA-CCC5B8700B6A}" presName="Name0" presStyleCnt="0">
        <dgm:presLayoutVars>
          <dgm:dir/>
          <dgm:animLvl val="lvl"/>
          <dgm:resizeHandles val="exact"/>
        </dgm:presLayoutVars>
      </dgm:prSet>
      <dgm:spPr/>
    </dgm:pt>
    <dgm:pt modelId="{142ED470-A91B-415C-B5A3-A5E45BC2D28D}" type="pres">
      <dgm:prSet presAssocID="{77414C1B-71CE-48E5-9C88-E7617E6C914A}" presName="parTxOnly" presStyleLbl="node1" presStyleIdx="0" presStyleCnt="3" custScaleX="98527">
        <dgm:presLayoutVars>
          <dgm:chMax val="0"/>
          <dgm:chPref val="0"/>
          <dgm:bulletEnabled val="1"/>
        </dgm:presLayoutVars>
      </dgm:prSet>
      <dgm:spPr/>
    </dgm:pt>
    <dgm:pt modelId="{19A90043-A3F3-4F05-9CB3-538DD3970CC0}" type="pres">
      <dgm:prSet presAssocID="{6A3072AA-D89C-47AC-B15A-EFEDEC014257}" presName="parTxOnlySpace" presStyleCnt="0"/>
      <dgm:spPr/>
    </dgm:pt>
    <dgm:pt modelId="{352F6405-D39C-48D2-9FD5-EDCB5705A124}" type="pres">
      <dgm:prSet presAssocID="{1E698CF2-FEAD-40D8-8A4D-5F162AEAF541}" presName="parTxOnly" presStyleLbl="node1" presStyleIdx="1" presStyleCnt="3" custLinFactNeighborX="-5864" custLinFactNeighborY="-946">
        <dgm:presLayoutVars>
          <dgm:chMax val="0"/>
          <dgm:chPref val="0"/>
          <dgm:bulletEnabled val="1"/>
        </dgm:presLayoutVars>
      </dgm:prSet>
      <dgm:spPr/>
    </dgm:pt>
    <dgm:pt modelId="{ED1BC6B7-0346-4E39-A9AA-1B9F56BB306D}" type="pres">
      <dgm:prSet presAssocID="{3D6CCC44-7EE8-4673-83C7-DBC9021B170D}" presName="parTxOnlySpace" presStyleCnt="0"/>
      <dgm:spPr/>
    </dgm:pt>
    <dgm:pt modelId="{3193C7F7-AB68-4C58-97AD-FBBBEF7EAD3B}" type="pres">
      <dgm:prSet presAssocID="{FA156829-59FF-4DC9-81CA-91AEABDE5172}" presName="parTxOnly" presStyleLbl="node1" presStyleIdx="2" presStyleCnt="3" custLinFactNeighborX="-5004" custLinFactNeighborY="-1121">
        <dgm:presLayoutVars>
          <dgm:chMax val="0"/>
          <dgm:chPref val="0"/>
          <dgm:bulletEnabled val="1"/>
        </dgm:presLayoutVars>
      </dgm:prSet>
      <dgm:spPr/>
    </dgm:pt>
  </dgm:ptLst>
  <dgm:cxnLst>
    <dgm:cxn modelId="{14763613-071A-4CCB-95FC-D52D34957B8B}" srcId="{A5CEE5A1-6650-463F-83EA-CCC5B8700B6A}" destId="{FA156829-59FF-4DC9-81CA-91AEABDE5172}" srcOrd="2" destOrd="0" parTransId="{4476AB36-3A6C-45B9-80A4-173B273B01FD}" sibTransId="{C74F62D1-3F6D-42FE-9F38-F45DB69A418F}"/>
    <dgm:cxn modelId="{D59E822E-ED7D-4859-9338-42A1F17B3E9B}" srcId="{A5CEE5A1-6650-463F-83EA-CCC5B8700B6A}" destId="{1E698CF2-FEAD-40D8-8A4D-5F162AEAF541}" srcOrd="1" destOrd="0" parTransId="{4F3B7AD1-5274-4AD0-9924-B74F2F5B9DA2}" sibTransId="{3D6CCC44-7EE8-4673-83C7-DBC9021B170D}"/>
    <dgm:cxn modelId="{91BF8732-5120-4700-8068-8FC61EE94563}" type="presOf" srcId="{A5CEE5A1-6650-463F-83EA-CCC5B8700B6A}" destId="{1519CB0A-27B7-40BE-83FC-4692D4F4404E}" srcOrd="0" destOrd="0" presId="urn:microsoft.com/office/officeart/2005/8/layout/chevron1"/>
    <dgm:cxn modelId="{1034E28B-FA82-4685-8098-F7848BAE4C1A}" type="presOf" srcId="{FA156829-59FF-4DC9-81CA-91AEABDE5172}" destId="{3193C7F7-AB68-4C58-97AD-FBBBEF7EAD3B}" srcOrd="0" destOrd="0" presId="urn:microsoft.com/office/officeart/2005/8/layout/chevron1"/>
    <dgm:cxn modelId="{13EEA4AD-6673-4B47-8BE2-2FFD707A4DB8}" type="presOf" srcId="{77414C1B-71CE-48E5-9C88-E7617E6C914A}" destId="{142ED470-A91B-415C-B5A3-A5E45BC2D28D}" srcOrd="0" destOrd="0" presId="urn:microsoft.com/office/officeart/2005/8/layout/chevron1"/>
    <dgm:cxn modelId="{09EB12B4-4373-4800-9196-5964A67E47AF}" type="presOf" srcId="{1E698CF2-FEAD-40D8-8A4D-5F162AEAF541}" destId="{352F6405-D39C-48D2-9FD5-EDCB5705A124}" srcOrd="0" destOrd="0" presId="urn:microsoft.com/office/officeart/2005/8/layout/chevron1"/>
    <dgm:cxn modelId="{B4E686D5-0AE9-4A68-906A-E9320F52408A}" srcId="{A5CEE5A1-6650-463F-83EA-CCC5B8700B6A}" destId="{77414C1B-71CE-48E5-9C88-E7617E6C914A}" srcOrd="0" destOrd="0" parTransId="{8802DF8B-D8D1-4A17-B9DC-E0956BEDD137}" sibTransId="{6A3072AA-D89C-47AC-B15A-EFEDEC014257}"/>
    <dgm:cxn modelId="{5E23C4AD-9423-4B55-8D27-C2FA4375D563}" type="presParOf" srcId="{1519CB0A-27B7-40BE-83FC-4692D4F4404E}" destId="{142ED470-A91B-415C-B5A3-A5E45BC2D28D}" srcOrd="0" destOrd="0" presId="urn:microsoft.com/office/officeart/2005/8/layout/chevron1"/>
    <dgm:cxn modelId="{E57FEA34-7254-4DA2-B2AB-59DE3095C3EE}" type="presParOf" srcId="{1519CB0A-27B7-40BE-83FC-4692D4F4404E}" destId="{19A90043-A3F3-4F05-9CB3-538DD3970CC0}" srcOrd="1" destOrd="0" presId="urn:microsoft.com/office/officeart/2005/8/layout/chevron1"/>
    <dgm:cxn modelId="{06C3F287-B9FC-428A-A0B3-5BEA42E9EE1D}" type="presParOf" srcId="{1519CB0A-27B7-40BE-83FC-4692D4F4404E}" destId="{352F6405-D39C-48D2-9FD5-EDCB5705A124}" srcOrd="2" destOrd="0" presId="urn:microsoft.com/office/officeart/2005/8/layout/chevron1"/>
    <dgm:cxn modelId="{EA51B97F-29ED-4AE3-9A91-6E492A0639A4}" type="presParOf" srcId="{1519CB0A-27B7-40BE-83FC-4692D4F4404E}" destId="{ED1BC6B7-0346-4E39-A9AA-1B9F56BB306D}" srcOrd="3" destOrd="0" presId="urn:microsoft.com/office/officeart/2005/8/layout/chevron1"/>
    <dgm:cxn modelId="{32DE8D74-A64B-4CB2-9AB9-05D12FA968CF}" type="presParOf" srcId="{1519CB0A-27B7-40BE-83FC-4692D4F4404E}" destId="{3193C7F7-AB68-4C58-97AD-FBBBEF7EAD3B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43D2FD-353C-4C1A-BBFD-C296F642F02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6AB5D47-6B53-442A-B389-DBE82B9CB119}">
      <dgm:prSet custT="1"/>
      <dgm:spPr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Proceso de Licitación</a:t>
          </a:r>
        </a:p>
      </dgm:t>
    </dgm:pt>
    <dgm:pt modelId="{4E1C1C23-4540-4CAE-BFFB-06F1EF8B1DAE}" type="parTrans" cxnId="{EA6AE582-A31C-450B-9B04-96D1DF48A367}">
      <dgm:prSet/>
      <dgm:spPr/>
      <dgm:t>
        <a:bodyPr/>
        <a:lstStyle/>
        <a:p>
          <a:endParaRPr lang="es-ES"/>
        </a:p>
      </dgm:t>
    </dgm:pt>
    <dgm:pt modelId="{15390780-96CF-48F6-A261-594B6D7F7203}" type="sibTrans" cxnId="{EA6AE582-A31C-450B-9B04-96D1DF48A367}">
      <dgm:prSet/>
      <dgm:spPr/>
      <dgm:t>
        <a:bodyPr/>
        <a:lstStyle/>
        <a:p>
          <a:endParaRPr lang="es-ES"/>
        </a:p>
      </dgm:t>
    </dgm:pt>
    <dgm:pt modelId="{EF77AC78-7202-497E-8DD6-2B38228BB08E}">
      <dgm:prSet custT="1"/>
      <dgm:spPr>
        <a:solidFill>
          <a:srgbClr val="000000">
            <a:lumMod val="7500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rtl="0"/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Calificación</a:t>
          </a:r>
          <a:r>
            <a:rPr lang="es-PE" sz="3100" b="1" kern="1200" dirty="0"/>
            <a:t> de Proveedores</a:t>
          </a:r>
          <a:endParaRPr lang="es-PE" sz="3100" kern="1200" dirty="0"/>
        </a:p>
      </dgm:t>
    </dgm:pt>
    <dgm:pt modelId="{2F6A5852-7AB1-4DFE-B609-77DEAB7C309F}" type="parTrans" cxnId="{7EB2AAB1-A25F-4756-88CA-545A741C0D1A}">
      <dgm:prSet/>
      <dgm:spPr/>
      <dgm:t>
        <a:bodyPr/>
        <a:lstStyle/>
        <a:p>
          <a:endParaRPr lang="es-ES"/>
        </a:p>
      </dgm:t>
    </dgm:pt>
    <dgm:pt modelId="{63A9A6F3-243D-4CCF-8210-47E8C109A901}" type="sibTrans" cxnId="{7EB2AAB1-A25F-4756-88CA-545A741C0D1A}">
      <dgm:prSet/>
      <dgm:spPr/>
      <dgm:t>
        <a:bodyPr/>
        <a:lstStyle/>
        <a:p>
          <a:endParaRPr lang="es-ES"/>
        </a:p>
      </dgm:t>
    </dgm:pt>
    <dgm:pt modelId="{0BA45FFC-2D05-4966-A68B-B659388300BA}">
      <dgm:prSet custT="1"/>
      <dgm:spPr/>
      <dgm:t>
        <a:bodyPr/>
        <a:lstStyle/>
        <a:p>
          <a:pPr rtl="0"/>
          <a:r>
            <a:rPr lang="es-PE" sz="3000" b="1" dirty="0"/>
            <a:t>Control de Contratistas </a:t>
          </a:r>
          <a:r>
            <a:rPr lang="es-PE" sz="2400" b="1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dirty="0"/>
            <a:t> </a:t>
          </a:r>
          <a:endParaRPr lang="es-PE" sz="3000" dirty="0"/>
        </a:p>
      </dgm:t>
    </dgm:pt>
    <dgm:pt modelId="{BE9611DD-77CE-4818-AD4E-4CD095A8F1F9}" type="parTrans" cxnId="{CC9A6887-63EE-4FA9-AAAE-25A604C06699}">
      <dgm:prSet/>
      <dgm:spPr/>
      <dgm:t>
        <a:bodyPr/>
        <a:lstStyle/>
        <a:p>
          <a:endParaRPr lang="es-ES"/>
        </a:p>
      </dgm:t>
    </dgm:pt>
    <dgm:pt modelId="{9C6548D4-D1FC-4B3E-B473-435D35BE1599}" type="sibTrans" cxnId="{CC9A6887-63EE-4FA9-AAAE-25A604C06699}">
      <dgm:prSet/>
      <dgm:spPr/>
      <dgm:t>
        <a:bodyPr/>
        <a:lstStyle/>
        <a:p>
          <a:endParaRPr lang="es-ES"/>
        </a:p>
      </dgm:t>
    </dgm:pt>
    <dgm:pt modelId="{92E1BAC0-335F-483D-8168-046D8C9F208A}">
      <dgm:prSet custT="1"/>
      <dgm:spPr/>
      <dgm:t>
        <a:bodyPr/>
        <a:lstStyle/>
        <a:p>
          <a:pPr rtl="0"/>
          <a:r>
            <a:rPr lang="es-PE" sz="2800" b="1" dirty="0"/>
            <a:t>Requerimientos de Seguridad </a:t>
          </a:r>
          <a:r>
            <a:rPr lang="es-PE" sz="2400" b="1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dirty="0"/>
            <a:t> </a:t>
          </a:r>
          <a:endParaRPr lang="es-PE" sz="2800" dirty="0"/>
        </a:p>
      </dgm:t>
    </dgm:pt>
    <dgm:pt modelId="{3A82112B-01EF-4189-9B97-891DE4DEC9DE}" type="sibTrans" cxnId="{F4BBF374-1128-4927-972D-B1EA3D0C7443}">
      <dgm:prSet/>
      <dgm:spPr/>
      <dgm:t>
        <a:bodyPr/>
        <a:lstStyle/>
        <a:p>
          <a:endParaRPr lang="es-ES"/>
        </a:p>
      </dgm:t>
    </dgm:pt>
    <dgm:pt modelId="{AB6D8E42-CE35-48B0-B0CC-A0FB1FD893C6}" type="parTrans" cxnId="{F4BBF374-1128-4927-972D-B1EA3D0C7443}">
      <dgm:prSet/>
      <dgm:spPr/>
      <dgm:t>
        <a:bodyPr/>
        <a:lstStyle/>
        <a:p>
          <a:endParaRPr lang="es-ES"/>
        </a:p>
      </dgm:t>
    </dgm:pt>
    <dgm:pt modelId="{7180574B-1B91-4E55-8855-EC7C990E5F8A}">
      <dgm:prSet/>
      <dgm:spPr/>
      <dgm:t>
        <a:bodyPr/>
        <a:lstStyle/>
        <a:p>
          <a:pPr rtl="0"/>
          <a:r>
            <a:rPr lang="es-PE" b="1" dirty="0"/>
            <a:t>Alcance Técnico</a:t>
          </a:r>
          <a:endParaRPr lang="es-PE" dirty="0"/>
        </a:p>
      </dgm:t>
    </dgm:pt>
    <dgm:pt modelId="{49592DFB-57DE-4DC8-B2B0-52CBA7182299}" type="parTrans" cxnId="{25A9D699-6152-4DE9-8236-57AC6A769C1B}">
      <dgm:prSet/>
      <dgm:spPr/>
      <dgm:t>
        <a:bodyPr/>
        <a:lstStyle/>
        <a:p>
          <a:endParaRPr lang="es-ES"/>
        </a:p>
      </dgm:t>
    </dgm:pt>
    <dgm:pt modelId="{20CC6552-44F2-41C7-A553-8464C9875CF8}" type="sibTrans" cxnId="{25A9D699-6152-4DE9-8236-57AC6A769C1B}">
      <dgm:prSet/>
      <dgm:spPr/>
      <dgm:t>
        <a:bodyPr/>
        <a:lstStyle/>
        <a:p>
          <a:endParaRPr lang="es-ES"/>
        </a:p>
      </dgm:t>
    </dgm:pt>
    <dgm:pt modelId="{1951E64C-8844-48FA-8497-3ED1C9A5DFD7}" type="pres">
      <dgm:prSet presAssocID="{8E43D2FD-353C-4C1A-BBFD-C296F642F02F}" presName="Name0" presStyleCnt="0">
        <dgm:presLayoutVars>
          <dgm:chMax val="7"/>
          <dgm:chPref val="7"/>
          <dgm:dir/>
        </dgm:presLayoutVars>
      </dgm:prSet>
      <dgm:spPr/>
    </dgm:pt>
    <dgm:pt modelId="{20354B5A-3CF3-4902-A0DA-80E881F36316}" type="pres">
      <dgm:prSet presAssocID="{8E43D2FD-353C-4C1A-BBFD-C296F642F02F}" presName="Name1" presStyleCnt="0"/>
      <dgm:spPr/>
    </dgm:pt>
    <dgm:pt modelId="{64FAD16A-3598-43C6-BB55-CC339853CA66}" type="pres">
      <dgm:prSet presAssocID="{8E43D2FD-353C-4C1A-BBFD-C296F642F02F}" presName="cycle" presStyleCnt="0"/>
      <dgm:spPr/>
    </dgm:pt>
    <dgm:pt modelId="{C18BD6A6-BA12-4EAC-AE00-CB0BD870D7E7}" type="pres">
      <dgm:prSet presAssocID="{8E43D2FD-353C-4C1A-BBFD-C296F642F02F}" presName="srcNode" presStyleLbl="node1" presStyleIdx="0" presStyleCnt="5"/>
      <dgm:spPr/>
    </dgm:pt>
    <dgm:pt modelId="{FF9CB119-C3D6-4798-B31D-602D9AAA817F}" type="pres">
      <dgm:prSet presAssocID="{8E43D2FD-353C-4C1A-BBFD-C296F642F02F}" presName="conn" presStyleLbl="parChTrans1D2" presStyleIdx="0" presStyleCnt="1"/>
      <dgm:spPr/>
    </dgm:pt>
    <dgm:pt modelId="{5F9A4BC2-5091-45DB-B189-6911FDA5FAF0}" type="pres">
      <dgm:prSet presAssocID="{8E43D2FD-353C-4C1A-BBFD-C296F642F02F}" presName="extraNode" presStyleLbl="node1" presStyleIdx="0" presStyleCnt="5"/>
      <dgm:spPr/>
    </dgm:pt>
    <dgm:pt modelId="{07085D36-31AE-48CB-B7FD-D70532AE8502}" type="pres">
      <dgm:prSet presAssocID="{8E43D2FD-353C-4C1A-BBFD-C296F642F02F}" presName="dstNode" presStyleLbl="node1" presStyleIdx="0" presStyleCnt="5"/>
      <dgm:spPr/>
    </dgm:pt>
    <dgm:pt modelId="{F4414BC9-C91B-4C28-BA7E-17A52B189578}" type="pres">
      <dgm:prSet presAssocID="{36AB5D47-6B53-442A-B389-DBE82B9CB119}" presName="text_1" presStyleLbl="node1" presStyleIdx="0" presStyleCnt="5">
        <dgm:presLayoutVars>
          <dgm:bulletEnabled val="1"/>
        </dgm:presLayoutVars>
      </dgm:prSet>
      <dgm:spPr>
        <a:xfrm>
          <a:off x="456905" y="302849"/>
          <a:ext cx="9592538" cy="606087"/>
        </a:xfrm>
        <a:prstGeom prst="rect">
          <a:avLst/>
        </a:prstGeom>
      </dgm:spPr>
    </dgm:pt>
    <dgm:pt modelId="{E8A249C6-A4D3-4711-9E1C-0E796C0A37E6}" type="pres">
      <dgm:prSet presAssocID="{36AB5D47-6B53-442A-B389-DBE82B9CB119}" presName="accent_1" presStyleCnt="0"/>
      <dgm:spPr/>
    </dgm:pt>
    <dgm:pt modelId="{EBFC7813-C8F2-4C7F-833B-1B11961C8513}" type="pres">
      <dgm:prSet presAssocID="{36AB5D47-6B53-442A-B389-DBE82B9CB119}" presName="accentRepeatNode" presStyleLbl="solidFgAcc1" presStyleIdx="0" presStyleCnt="5"/>
      <dgm:spPr/>
    </dgm:pt>
    <dgm:pt modelId="{93D7F1A6-BCD4-4BB0-BF56-189CBFF9C22C}" type="pres">
      <dgm:prSet presAssocID="{EF77AC78-7202-497E-8DD6-2B38228BB08E}" presName="text_2" presStyleLbl="node1" presStyleIdx="1" presStyleCnt="5">
        <dgm:presLayoutVars>
          <dgm:bulletEnabled val="1"/>
        </dgm:presLayoutVars>
      </dgm:prSet>
      <dgm:spPr>
        <a:xfrm>
          <a:off x="891210" y="1211690"/>
          <a:ext cx="9158234" cy="606087"/>
        </a:xfrm>
        <a:prstGeom prst="rect">
          <a:avLst/>
        </a:prstGeom>
      </dgm:spPr>
    </dgm:pt>
    <dgm:pt modelId="{9449BC77-CEA7-452D-AD1B-7805025E710C}" type="pres">
      <dgm:prSet presAssocID="{EF77AC78-7202-497E-8DD6-2B38228BB08E}" presName="accent_2" presStyleCnt="0"/>
      <dgm:spPr/>
    </dgm:pt>
    <dgm:pt modelId="{45DD9CD2-EB07-494E-8F30-0BF8F4AF73E6}" type="pres">
      <dgm:prSet presAssocID="{EF77AC78-7202-497E-8DD6-2B38228BB08E}" presName="accentRepeatNode" presStyleLbl="solidFgAcc1" presStyleIdx="1" presStyleCnt="5"/>
      <dgm:spPr/>
    </dgm:pt>
    <dgm:pt modelId="{3A0DE696-106D-418F-9CDF-87B96D1C7395}" type="pres">
      <dgm:prSet presAssocID="{7180574B-1B91-4E55-8855-EC7C990E5F8A}" presName="text_3" presStyleLbl="node1" presStyleIdx="2" presStyleCnt="5">
        <dgm:presLayoutVars>
          <dgm:bulletEnabled val="1"/>
        </dgm:presLayoutVars>
      </dgm:prSet>
      <dgm:spPr/>
    </dgm:pt>
    <dgm:pt modelId="{44D483F1-21CA-485A-B87B-18CBF05C101E}" type="pres">
      <dgm:prSet presAssocID="{7180574B-1B91-4E55-8855-EC7C990E5F8A}" presName="accent_3" presStyleCnt="0"/>
      <dgm:spPr/>
    </dgm:pt>
    <dgm:pt modelId="{340A85CA-D7A9-4757-B953-553340397E65}" type="pres">
      <dgm:prSet presAssocID="{7180574B-1B91-4E55-8855-EC7C990E5F8A}" presName="accentRepeatNode" presStyleLbl="solidFgAcc1" presStyleIdx="2" presStyleCnt="5" custLinFactNeighborX="-2527" custLinFactNeighborY="332"/>
      <dgm:spPr/>
    </dgm:pt>
    <dgm:pt modelId="{56F87E0A-D900-4447-BFCC-47042EF82AE5}" type="pres">
      <dgm:prSet presAssocID="{0BA45FFC-2D05-4966-A68B-B659388300BA}" presName="text_4" presStyleLbl="node1" presStyleIdx="3" presStyleCnt="5">
        <dgm:presLayoutVars>
          <dgm:bulletEnabled val="1"/>
        </dgm:presLayoutVars>
      </dgm:prSet>
      <dgm:spPr/>
    </dgm:pt>
    <dgm:pt modelId="{0FA87359-ED82-4FF1-A1C4-2C21E407B626}" type="pres">
      <dgm:prSet presAssocID="{0BA45FFC-2D05-4966-A68B-B659388300BA}" presName="accent_4" presStyleCnt="0"/>
      <dgm:spPr/>
    </dgm:pt>
    <dgm:pt modelId="{0928EBEF-B41A-4CB9-930B-559C73FC97C1}" type="pres">
      <dgm:prSet presAssocID="{0BA45FFC-2D05-4966-A68B-B659388300BA}" presName="accentRepeatNode" presStyleLbl="solidFgAcc1" presStyleIdx="3" presStyleCnt="5" custLinFactNeighborX="-1412" custLinFactNeighborY="-2805"/>
      <dgm:spPr/>
    </dgm:pt>
    <dgm:pt modelId="{E406D9D1-ED5C-4AD9-ABCD-8413E96023DB}" type="pres">
      <dgm:prSet presAssocID="{92E1BAC0-335F-483D-8168-046D8C9F208A}" presName="text_5" presStyleLbl="node1" presStyleIdx="4" presStyleCnt="5">
        <dgm:presLayoutVars>
          <dgm:bulletEnabled val="1"/>
        </dgm:presLayoutVars>
      </dgm:prSet>
      <dgm:spPr/>
    </dgm:pt>
    <dgm:pt modelId="{439E7DC7-66AF-4D00-83E7-AC710F0AD4F0}" type="pres">
      <dgm:prSet presAssocID="{92E1BAC0-335F-483D-8168-046D8C9F208A}" presName="accent_5" presStyleCnt="0"/>
      <dgm:spPr/>
    </dgm:pt>
    <dgm:pt modelId="{5183A8F9-1038-45B1-AB53-3E45048E45E1}" type="pres">
      <dgm:prSet presAssocID="{92E1BAC0-335F-483D-8168-046D8C9F208A}" presName="accentRepeatNode" presStyleLbl="solidFgAcc1" presStyleIdx="4" presStyleCnt="5"/>
      <dgm:spPr/>
    </dgm:pt>
  </dgm:ptLst>
  <dgm:cxnLst>
    <dgm:cxn modelId="{16781D01-F25F-400F-BAF9-2AA91E7A4A6E}" type="presOf" srcId="{92E1BAC0-335F-483D-8168-046D8C9F208A}" destId="{E406D9D1-ED5C-4AD9-ABCD-8413E96023DB}" srcOrd="0" destOrd="0" presId="urn:microsoft.com/office/officeart/2008/layout/VerticalCurvedList"/>
    <dgm:cxn modelId="{8E261602-D018-4381-9C88-B88BD00E0FFD}" type="presOf" srcId="{36AB5D47-6B53-442A-B389-DBE82B9CB119}" destId="{F4414BC9-C91B-4C28-BA7E-17A52B189578}" srcOrd="0" destOrd="0" presId="urn:microsoft.com/office/officeart/2008/layout/VerticalCurvedList"/>
    <dgm:cxn modelId="{366AFD05-62BC-4A59-8AE1-C06EC71FCC04}" type="presOf" srcId="{0BA45FFC-2D05-4966-A68B-B659388300BA}" destId="{56F87E0A-D900-4447-BFCC-47042EF82AE5}" srcOrd="0" destOrd="0" presId="urn:microsoft.com/office/officeart/2008/layout/VerticalCurvedList"/>
    <dgm:cxn modelId="{F4BBF374-1128-4927-972D-B1EA3D0C7443}" srcId="{8E43D2FD-353C-4C1A-BBFD-C296F642F02F}" destId="{92E1BAC0-335F-483D-8168-046D8C9F208A}" srcOrd="4" destOrd="0" parTransId="{AB6D8E42-CE35-48B0-B0CC-A0FB1FD893C6}" sibTransId="{3A82112B-01EF-4189-9B97-891DE4DEC9DE}"/>
    <dgm:cxn modelId="{EA6AE582-A31C-450B-9B04-96D1DF48A367}" srcId="{8E43D2FD-353C-4C1A-BBFD-C296F642F02F}" destId="{36AB5D47-6B53-442A-B389-DBE82B9CB119}" srcOrd="0" destOrd="0" parTransId="{4E1C1C23-4540-4CAE-BFFB-06F1EF8B1DAE}" sibTransId="{15390780-96CF-48F6-A261-594B6D7F7203}"/>
    <dgm:cxn modelId="{CC9A6887-63EE-4FA9-AAAE-25A604C06699}" srcId="{8E43D2FD-353C-4C1A-BBFD-C296F642F02F}" destId="{0BA45FFC-2D05-4966-A68B-B659388300BA}" srcOrd="3" destOrd="0" parTransId="{BE9611DD-77CE-4818-AD4E-4CD095A8F1F9}" sibTransId="{9C6548D4-D1FC-4B3E-B473-435D35BE1599}"/>
    <dgm:cxn modelId="{8153A98E-86CD-4F20-AB01-AB7B3CD8E404}" type="presOf" srcId="{15390780-96CF-48F6-A261-594B6D7F7203}" destId="{FF9CB119-C3D6-4798-B31D-602D9AAA817F}" srcOrd="0" destOrd="0" presId="urn:microsoft.com/office/officeart/2008/layout/VerticalCurvedList"/>
    <dgm:cxn modelId="{25A9D699-6152-4DE9-8236-57AC6A769C1B}" srcId="{8E43D2FD-353C-4C1A-BBFD-C296F642F02F}" destId="{7180574B-1B91-4E55-8855-EC7C990E5F8A}" srcOrd="2" destOrd="0" parTransId="{49592DFB-57DE-4DC8-B2B0-52CBA7182299}" sibTransId="{20CC6552-44F2-41C7-A553-8464C9875CF8}"/>
    <dgm:cxn modelId="{0839E2AA-020F-4352-8925-527A8B00E204}" type="presOf" srcId="{7180574B-1B91-4E55-8855-EC7C990E5F8A}" destId="{3A0DE696-106D-418F-9CDF-87B96D1C7395}" srcOrd="0" destOrd="0" presId="urn:microsoft.com/office/officeart/2008/layout/VerticalCurvedList"/>
    <dgm:cxn modelId="{6357A7AC-C9C2-4C47-9857-7D8611551F0F}" type="presOf" srcId="{EF77AC78-7202-497E-8DD6-2B38228BB08E}" destId="{93D7F1A6-BCD4-4BB0-BF56-189CBFF9C22C}" srcOrd="0" destOrd="0" presId="urn:microsoft.com/office/officeart/2008/layout/VerticalCurvedList"/>
    <dgm:cxn modelId="{7EB2AAB1-A25F-4756-88CA-545A741C0D1A}" srcId="{8E43D2FD-353C-4C1A-BBFD-C296F642F02F}" destId="{EF77AC78-7202-497E-8DD6-2B38228BB08E}" srcOrd="1" destOrd="0" parTransId="{2F6A5852-7AB1-4DFE-B609-77DEAB7C309F}" sibTransId="{63A9A6F3-243D-4CCF-8210-47E8C109A901}"/>
    <dgm:cxn modelId="{3C0CB5C3-9215-4754-B907-D8F173012F1C}" type="presOf" srcId="{8E43D2FD-353C-4C1A-BBFD-C296F642F02F}" destId="{1951E64C-8844-48FA-8497-3ED1C9A5DFD7}" srcOrd="0" destOrd="0" presId="urn:microsoft.com/office/officeart/2008/layout/VerticalCurvedList"/>
    <dgm:cxn modelId="{664D987F-55E6-497B-9B36-783EA32B2895}" type="presParOf" srcId="{1951E64C-8844-48FA-8497-3ED1C9A5DFD7}" destId="{20354B5A-3CF3-4902-A0DA-80E881F36316}" srcOrd="0" destOrd="0" presId="urn:microsoft.com/office/officeart/2008/layout/VerticalCurvedList"/>
    <dgm:cxn modelId="{CF229A44-79F2-4982-8477-A15E48A1BEA9}" type="presParOf" srcId="{20354B5A-3CF3-4902-A0DA-80E881F36316}" destId="{64FAD16A-3598-43C6-BB55-CC339853CA66}" srcOrd="0" destOrd="0" presId="urn:microsoft.com/office/officeart/2008/layout/VerticalCurvedList"/>
    <dgm:cxn modelId="{C4885043-390F-49A0-A8FA-D4D2D5774743}" type="presParOf" srcId="{64FAD16A-3598-43C6-BB55-CC339853CA66}" destId="{C18BD6A6-BA12-4EAC-AE00-CB0BD870D7E7}" srcOrd="0" destOrd="0" presId="urn:microsoft.com/office/officeart/2008/layout/VerticalCurvedList"/>
    <dgm:cxn modelId="{79E831E4-99F1-4071-9F30-0CEEACFA9E1F}" type="presParOf" srcId="{64FAD16A-3598-43C6-BB55-CC339853CA66}" destId="{FF9CB119-C3D6-4798-B31D-602D9AAA817F}" srcOrd="1" destOrd="0" presId="urn:microsoft.com/office/officeart/2008/layout/VerticalCurvedList"/>
    <dgm:cxn modelId="{FF42922D-5449-4561-BB7F-78A83CF0E02C}" type="presParOf" srcId="{64FAD16A-3598-43C6-BB55-CC339853CA66}" destId="{5F9A4BC2-5091-45DB-B189-6911FDA5FAF0}" srcOrd="2" destOrd="0" presId="urn:microsoft.com/office/officeart/2008/layout/VerticalCurvedList"/>
    <dgm:cxn modelId="{31312015-8597-4F69-8676-BA2AD3C7F519}" type="presParOf" srcId="{64FAD16A-3598-43C6-BB55-CC339853CA66}" destId="{07085D36-31AE-48CB-B7FD-D70532AE8502}" srcOrd="3" destOrd="0" presId="urn:microsoft.com/office/officeart/2008/layout/VerticalCurvedList"/>
    <dgm:cxn modelId="{00F7AC20-DFE1-4573-80D8-66D3A81828CC}" type="presParOf" srcId="{20354B5A-3CF3-4902-A0DA-80E881F36316}" destId="{F4414BC9-C91B-4C28-BA7E-17A52B189578}" srcOrd="1" destOrd="0" presId="urn:microsoft.com/office/officeart/2008/layout/VerticalCurvedList"/>
    <dgm:cxn modelId="{61672870-CAE4-4097-A50C-32937E6CBADA}" type="presParOf" srcId="{20354B5A-3CF3-4902-A0DA-80E881F36316}" destId="{E8A249C6-A4D3-4711-9E1C-0E796C0A37E6}" srcOrd="2" destOrd="0" presId="urn:microsoft.com/office/officeart/2008/layout/VerticalCurvedList"/>
    <dgm:cxn modelId="{4FB6B933-71C1-4BC4-BF2E-F9743A50BE14}" type="presParOf" srcId="{E8A249C6-A4D3-4711-9E1C-0E796C0A37E6}" destId="{EBFC7813-C8F2-4C7F-833B-1B11961C8513}" srcOrd="0" destOrd="0" presId="urn:microsoft.com/office/officeart/2008/layout/VerticalCurvedList"/>
    <dgm:cxn modelId="{F1A4D5D0-C397-45D2-9D6F-1F03923443E6}" type="presParOf" srcId="{20354B5A-3CF3-4902-A0DA-80E881F36316}" destId="{93D7F1A6-BCD4-4BB0-BF56-189CBFF9C22C}" srcOrd="3" destOrd="0" presId="urn:microsoft.com/office/officeart/2008/layout/VerticalCurvedList"/>
    <dgm:cxn modelId="{409674E7-2ACD-4FC1-BDF0-6F76B74B7511}" type="presParOf" srcId="{20354B5A-3CF3-4902-A0DA-80E881F36316}" destId="{9449BC77-CEA7-452D-AD1B-7805025E710C}" srcOrd="4" destOrd="0" presId="urn:microsoft.com/office/officeart/2008/layout/VerticalCurvedList"/>
    <dgm:cxn modelId="{B6360E28-0807-4433-8EC1-3340B14D112B}" type="presParOf" srcId="{9449BC77-CEA7-452D-AD1B-7805025E710C}" destId="{45DD9CD2-EB07-494E-8F30-0BF8F4AF73E6}" srcOrd="0" destOrd="0" presId="urn:microsoft.com/office/officeart/2008/layout/VerticalCurvedList"/>
    <dgm:cxn modelId="{8FC6C6E4-17BA-4D53-A517-C4E32A532436}" type="presParOf" srcId="{20354B5A-3CF3-4902-A0DA-80E881F36316}" destId="{3A0DE696-106D-418F-9CDF-87B96D1C7395}" srcOrd="5" destOrd="0" presId="urn:microsoft.com/office/officeart/2008/layout/VerticalCurvedList"/>
    <dgm:cxn modelId="{F7A56E8F-24F5-4CA5-A251-12252A50DEF4}" type="presParOf" srcId="{20354B5A-3CF3-4902-A0DA-80E881F36316}" destId="{44D483F1-21CA-485A-B87B-18CBF05C101E}" srcOrd="6" destOrd="0" presId="urn:microsoft.com/office/officeart/2008/layout/VerticalCurvedList"/>
    <dgm:cxn modelId="{A64A9F0E-03EA-44ED-AB39-F8B11C380447}" type="presParOf" srcId="{44D483F1-21CA-485A-B87B-18CBF05C101E}" destId="{340A85CA-D7A9-4757-B953-553340397E65}" srcOrd="0" destOrd="0" presId="urn:microsoft.com/office/officeart/2008/layout/VerticalCurvedList"/>
    <dgm:cxn modelId="{F374C1B5-4216-4B77-92DF-5765E48E966C}" type="presParOf" srcId="{20354B5A-3CF3-4902-A0DA-80E881F36316}" destId="{56F87E0A-D900-4447-BFCC-47042EF82AE5}" srcOrd="7" destOrd="0" presId="urn:microsoft.com/office/officeart/2008/layout/VerticalCurvedList"/>
    <dgm:cxn modelId="{2B6D29BF-6CBC-4F56-9BC8-558662359797}" type="presParOf" srcId="{20354B5A-3CF3-4902-A0DA-80E881F36316}" destId="{0FA87359-ED82-4FF1-A1C4-2C21E407B626}" srcOrd="8" destOrd="0" presId="urn:microsoft.com/office/officeart/2008/layout/VerticalCurvedList"/>
    <dgm:cxn modelId="{4838998E-10CF-4E1C-BB81-57FAFB3D8F2B}" type="presParOf" srcId="{0FA87359-ED82-4FF1-A1C4-2C21E407B626}" destId="{0928EBEF-B41A-4CB9-930B-559C73FC97C1}" srcOrd="0" destOrd="0" presId="urn:microsoft.com/office/officeart/2008/layout/VerticalCurvedList"/>
    <dgm:cxn modelId="{AD787FE0-3C23-470E-ADB8-765E335DBC7B}" type="presParOf" srcId="{20354B5A-3CF3-4902-A0DA-80E881F36316}" destId="{E406D9D1-ED5C-4AD9-ABCD-8413E96023DB}" srcOrd="9" destOrd="0" presId="urn:microsoft.com/office/officeart/2008/layout/VerticalCurvedList"/>
    <dgm:cxn modelId="{370CBCB8-89AA-414F-8346-920B2C400EB7}" type="presParOf" srcId="{20354B5A-3CF3-4902-A0DA-80E881F36316}" destId="{439E7DC7-66AF-4D00-83E7-AC710F0AD4F0}" srcOrd="10" destOrd="0" presId="urn:microsoft.com/office/officeart/2008/layout/VerticalCurvedList"/>
    <dgm:cxn modelId="{C0F45AB5-1B05-40D3-ABD1-5BA8ED1C1B21}" type="presParOf" srcId="{439E7DC7-66AF-4D00-83E7-AC710F0AD4F0}" destId="{5183A8F9-1038-45B1-AB53-3E45048E45E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43D2FD-353C-4C1A-BBFD-C296F642F02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6AB5D47-6B53-442A-B389-DBE82B9CB119}">
      <dgm:prSet custT="1"/>
      <dgm:spPr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rtl="0"/>
          <a:r>
            <a:rPr lang="es-PE" sz="3100" b="1" kern="1200" dirty="0"/>
            <a:t>Proceso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Licitación</a:t>
          </a:r>
        </a:p>
      </dgm:t>
    </dgm:pt>
    <dgm:pt modelId="{4E1C1C23-4540-4CAE-BFFB-06F1EF8B1DAE}" type="parTrans" cxnId="{EA6AE582-A31C-450B-9B04-96D1DF48A367}">
      <dgm:prSet/>
      <dgm:spPr/>
      <dgm:t>
        <a:bodyPr/>
        <a:lstStyle/>
        <a:p>
          <a:endParaRPr lang="es-ES"/>
        </a:p>
      </dgm:t>
    </dgm:pt>
    <dgm:pt modelId="{15390780-96CF-48F6-A261-594B6D7F7203}" type="sibTrans" cxnId="{EA6AE582-A31C-450B-9B04-96D1DF48A367}">
      <dgm:prSet/>
      <dgm:spPr/>
      <dgm:t>
        <a:bodyPr/>
        <a:lstStyle/>
        <a:p>
          <a:endParaRPr lang="es-ES"/>
        </a:p>
      </dgm:t>
    </dgm:pt>
    <dgm:pt modelId="{EF77AC78-7202-497E-8DD6-2B38228BB08E}">
      <dgm:prSet/>
      <dgm:spPr/>
      <dgm:t>
        <a:bodyPr/>
        <a:lstStyle/>
        <a:p>
          <a:pPr rtl="0"/>
          <a:r>
            <a:rPr lang="es-PE" b="1" dirty="0"/>
            <a:t>Calificación de Proveedores</a:t>
          </a:r>
          <a:endParaRPr lang="es-PE" dirty="0"/>
        </a:p>
      </dgm:t>
    </dgm:pt>
    <dgm:pt modelId="{2F6A5852-7AB1-4DFE-B609-77DEAB7C309F}" type="parTrans" cxnId="{7EB2AAB1-A25F-4756-88CA-545A741C0D1A}">
      <dgm:prSet/>
      <dgm:spPr/>
      <dgm:t>
        <a:bodyPr/>
        <a:lstStyle/>
        <a:p>
          <a:endParaRPr lang="es-ES"/>
        </a:p>
      </dgm:t>
    </dgm:pt>
    <dgm:pt modelId="{63A9A6F3-243D-4CCF-8210-47E8C109A901}" type="sibTrans" cxnId="{7EB2AAB1-A25F-4756-88CA-545A741C0D1A}">
      <dgm:prSet/>
      <dgm:spPr/>
      <dgm:t>
        <a:bodyPr/>
        <a:lstStyle/>
        <a:p>
          <a:endParaRPr lang="es-ES"/>
        </a:p>
      </dgm:t>
    </dgm:pt>
    <dgm:pt modelId="{0BA45FFC-2D05-4966-A68B-B659388300BA}">
      <dgm:prSet custT="1"/>
      <dgm:spPr/>
      <dgm:t>
        <a:bodyPr/>
        <a:lstStyle/>
        <a:p>
          <a:pPr rtl="0"/>
          <a:r>
            <a:rPr lang="es-PE" sz="3000" b="1" dirty="0"/>
            <a:t>Control de Contratistas </a:t>
          </a:r>
          <a:r>
            <a:rPr lang="es-PE" sz="2400" b="1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dirty="0"/>
            <a:t> </a:t>
          </a:r>
          <a:endParaRPr lang="es-PE" sz="3000" dirty="0"/>
        </a:p>
      </dgm:t>
    </dgm:pt>
    <dgm:pt modelId="{BE9611DD-77CE-4818-AD4E-4CD095A8F1F9}" type="parTrans" cxnId="{CC9A6887-63EE-4FA9-AAAE-25A604C06699}">
      <dgm:prSet/>
      <dgm:spPr/>
      <dgm:t>
        <a:bodyPr/>
        <a:lstStyle/>
        <a:p>
          <a:endParaRPr lang="es-ES"/>
        </a:p>
      </dgm:t>
    </dgm:pt>
    <dgm:pt modelId="{9C6548D4-D1FC-4B3E-B473-435D35BE1599}" type="sibTrans" cxnId="{CC9A6887-63EE-4FA9-AAAE-25A604C06699}">
      <dgm:prSet/>
      <dgm:spPr/>
      <dgm:t>
        <a:bodyPr/>
        <a:lstStyle/>
        <a:p>
          <a:endParaRPr lang="es-ES"/>
        </a:p>
      </dgm:t>
    </dgm:pt>
    <dgm:pt modelId="{92E1BAC0-335F-483D-8168-046D8C9F208A}">
      <dgm:prSet custT="1"/>
      <dgm:spPr/>
      <dgm:t>
        <a:bodyPr/>
        <a:lstStyle/>
        <a:p>
          <a:pPr rtl="0"/>
          <a:r>
            <a:rPr lang="es-PE" sz="2800" b="1" dirty="0"/>
            <a:t>Requerimientos de Seguridad </a:t>
          </a:r>
          <a:r>
            <a:rPr lang="es-PE" sz="2400" b="1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dirty="0"/>
            <a:t> </a:t>
          </a:r>
          <a:endParaRPr lang="es-PE" sz="2800" dirty="0"/>
        </a:p>
      </dgm:t>
    </dgm:pt>
    <dgm:pt modelId="{3A82112B-01EF-4189-9B97-891DE4DEC9DE}" type="sibTrans" cxnId="{F4BBF374-1128-4927-972D-B1EA3D0C7443}">
      <dgm:prSet/>
      <dgm:spPr/>
      <dgm:t>
        <a:bodyPr/>
        <a:lstStyle/>
        <a:p>
          <a:endParaRPr lang="es-ES"/>
        </a:p>
      </dgm:t>
    </dgm:pt>
    <dgm:pt modelId="{AB6D8E42-CE35-48B0-B0CC-A0FB1FD893C6}" type="parTrans" cxnId="{F4BBF374-1128-4927-972D-B1EA3D0C7443}">
      <dgm:prSet/>
      <dgm:spPr/>
      <dgm:t>
        <a:bodyPr/>
        <a:lstStyle/>
        <a:p>
          <a:endParaRPr lang="es-ES"/>
        </a:p>
      </dgm:t>
    </dgm:pt>
    <dgm:pt modelId="{7180574B-1B91-4E55-8855-EC7C990E5F8A}">
      <dgm:prSet custT="1"/>
      <dgm:spPr>
        <a:solidFill>
          <a:srgbClr val="000000">
            <a:lumMod val="7500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Alcance Técnico</a:t>
          </a:r>
        </a:p>
      </dgm:t>
    </dgm:pt>
    <dgm:pt modelId="{49592DFB-57DE-4DC8-B2B0-52CBA7182299}" type="parTrans" cxnId="{25A9D699-6152-4DE9-8236-57AC6A769C1B}">
      <dgm:prSet/>
      <dgm:spPr/>
      <dgm:t>
        <a:bodyPr/>
        <a:lstStyle/>
        <a:p>
          <a:endParaRPr lang="es-ES"/>
        </a:p>
      </dgm:t>
    </dgm:pt>
    <dgm:pt modelId="{20CC6552-44F2-41C7-A553-8464C9875CF8}" type="sibTrans" cxnId="{25A9D699-6152-4DE9-8236-57AC6A769C1B}">
      <dgm:prSet/>
      <dgm:spPr/>
      <dgm:t>
        <a:bodyPr/>
        <a:lstStyle/>
        <a:p>
          <a:endParaRPr lang="es-ES"/>
        </a:p>
      </dgm:t>
    </dgm:pt>
    <dgm:pt modelId="{1951E64C-8844-48FA-8497-3ED1C9A5DFD7}" type="pres">
      <dgm:prSet presAssocID="{8E43D2FD-353C-4C1A-BBFD-C296F642F02F}" presName="Name0" presStyleCnt="0">
        <dgm:presLayoutVars>
          <dgm:chMax val="7"/>
          <dgm:chPref val="7"/>
          <dgm:dir/>
        </dgm:presLayoutVars>
      </dgm:prSet>
      <dgm:spPr/>
    </dgm:pt>
    <dgm:pt modelId="{20354B5A-3CF3-4902-A0DA-80E881F36316}" type="pres">
      <dgm:prSet presAssocID="{8E43D2FD-353C-4C1A-BBFD-C296F642F02F}" presName="Name1" presStyleCnt="0"/>
      <dgm:spPr/>
    </dgm:pt>
    <dgm:pt modelId="{64FAD16A-3598-43C6-BB55-CC339853CA66}" type="pres">
      <dgm:prSet presAssocID="{8E43D2FD-353C-4C1A-BBFD-C296F642F02F}" presName="cycle" presStyleCnt="0"/>
      <dgm:spPr/>
    </dgm:pt>
    <dgm:pt modelId="{C18BD6A6-BA12-4EAC-AE00-CB0BD870D7E7}" type="pres">
      <dgm:prSet presAssocID="{8E43D2FD-353C-4C1A-BBFD-C296F642F02F}" presName="srcNode" presStyleLbl="node1" presStyleIdx="0" presStyleCnt="5"/>
      <dgm:spPr/>
    </dgm:pt>
    <dgm:pt modelId="{FF9CB119-C3D6-4798-B31D-602D9AAA817F}" type="pres">
      <dgm:prSet presAssocID="{8E43D2FD-353C-4C1A-BBFD-C296F642F02F}" presName="conn" presStyleLbl="parChTrans1D2" presStyleIdx="0" presStyleCnt="1"/>
      <dgm:spPr/>
    </dgm:pt>
    <dgm:pt modelId="{5F9A4BC2-5091-45DB-B189-6911FDA5FAF0}" type="pres">
      <dgm:prSet presAssocID="{8E43D2FD-353C-4C1A-BBFD-C296F642F02F}" presName="extraNode" presStyleLbl="node1" presStyleIdx="0" presStyleCnt="5"/>
      <dgm:spPr/>
    </dgm:pt>
    <dgm:pt modelId="{07085D36-31AE-48CB-B7FD-D70532AE8502}" type="pres">
      <dgm:prSet presAssocID="{8E43D2FD-353C-4C1A-BBFD-C296F642F02F}" presName="dstNode" presStyleLbl="node1" presStyleIdx="0" presStyleCnt="5"/>
      <dgm:spPr/>
    </dgm:pt>
    <dgm:pt modelId="{F4414BC9-C91B-4C28-BA7E-17A52B189578}" type="pres">
      <dgm:prSet presAssocID="{36AB5D47-6B53-442A-B389-DBE82B9CB119}" presName="text_1" presStyleLbl="node1" presStyleIdx="0" presStyleCnt="5">
        <dgm:presLayoutVars>
          <dgm:bulletEnabled val="1"/>
        </dgm:presLayoutVars>
      </dgm:prSet>
      <dgm:spPr>
        <a:xfrm>
          <a:off x="456905" y="302849"/>
          <a:ext cx="9592538" cy="606087"/>
        </a:xfrm>
        <a:prstGeom prst="rect">
          <a:avLst/>
        </a:prstGeom>
      </dgm:spPr>
    </dgm:pt>
    <dgm:pt modelId="{E8A249C6-A4D3-4711-9E1C-0E796C0A37E6}" type="pres">
      <dgm:prSet presAssocID="{36AB5D47-6B53-442A-B389-DBE82B9CB119}" presName="accent_1" presStyleCnt="0"/>
      <dgm:spPr/>
    </dgm:pt>
    <dgm:pt modelId="{EBFC7813-C8F2-4C7F-833B-1B11961C8513}" type="pres">
      <dgm:prSet presAssocID="{36AB5D47-6B53-442A-B389-DBE82B9CB119}" presName="accentRepeatNode" presStyleLbl="solidFgAcc1" presStyleIdx="0" presStyleCnt="5"/>
      <dgm:spPr/>
    </dgm:pt>
    <dgm:pt modelId="{93D7F1A6-BCD4-4BB0-BF56-189CBFF9C22C}" type="pres">
      <dgm:prSet presAssocID="{EF77AC78-7202-497E-8DD6-2B38228BB08E}" presName="text_2" presStyleLbl="node1" presStyleIdx="1" presStyleCnt="5">
        <dgm:presLayoutVars>
          <dgm:bulletEnabled val="1"/>
        </dgm:presLayoutVars>
      </dgm:prSet>
      <dgm:spPr/>
    </dgm:pt>
    <dgm:pt modelId="{9449BC77-CEA7-452D-AD1B-7805025E710C}" type="pres">
      <dgm:prSet presAssocID="{EF77AC78-7202-497E-8DD6-2B38228BB08E}" presName="accent_2" presStyleCnt="0"/>
      <dgm:spPr/>
    </dgm:pt>
    <dgm:pt modelId="{45DD9CD2-EB07-494E-8F30-0BF8F4AF73E6}" type="pres">
      <dgm:prSet presAssocID="{EF77AC78-7202-497E-8DD6-2B38228BB08E}" presName="accentRepeatNode" presStyleLbl="solidFgAcc1" presStyleIdx="1" presStyleCnt="5"/>
      <dgm:spPr/>
    </dgm:pt>
    <dgm:pt modelId="{3A0DE696-106D-418F-9CDF-87B96D1C7395}" type="pres">
      <dgm:prSet presAssocID="{7180574B-1B91-4E55-8855-EC7C990E5F8A}" presName="text_3" presStyleLbl="node1" presStyleIdx="2" presStyleCnt="5">
        <dgm:presLayoutVars>
          <dgm:bulletEnabled val="1"/>
        </dgm:presLayoutVars>
      </dgm:prSet>
      <dgm:spPr>
        <a:xfrm>
          <a:off x="1024506" y="2120530"/>
          <a:ext cx="9024937" cy="606087"/>
        </a:xfrm>
        <a:prstGeom prst="rect">
          <a:avLst/>
        </a:prstGeom>
      </dgm:spPr>
    </dgm:pt>
    <dgm:pt modelId="{44D483F1-21CA-485A-B87B-18CBF05C101E}" type="pres">
      <dgm:prSet presAssocID="{7180574B-1B91-4E55-8855-EC7C990E5F8A}" presName="accent_3" presStyleCnt="0"/>
      <dgm:spPr/>
    </dgm:pt>
    <dgm:pt modelId="{340A85CA-D7A9-4757-B953-553340397E65}" type="pres">
      <dgm:prSet presAssocID="{7180574B-1B91-4E55-8855-EC7C990E5F8A}" presName="accentRepeatNode" presStyleLbl="solidFgAcc1" presStyleIdx="2" presStyleCnt="5" custLinFactNeighborX="-2527" custLinFactNeighborY="332"/>
      <dgm:spPr/>
    </dgm:pt>
    <dgm:pt modelId="{56F87E0A-D900-4447-BFCC-47042EF82AE5}" type="pres">
      <dgm:prSet presAssocID="{0BA45FFC-2D05-4966-A68B-B659388300BA}" presName="text_4" presStyleLbl="node1" presStyleIdx="3" presStyleCnt="5">
        <dgm:presLayoutVars>
          <dgm:bulletEnabled val="1"/>
        </dgm:presLayoutVars>
      </dgm:prSet>
      <dgm:spPr/>
    </dgm:pt>
    <dgm:pt modelId="{0FA87359-ED82-4FF1-A1C4-2C21E407B626}" type="pres">
      <dgm:prSet presAssocID="{0BA45FFC-2D05-4966-A68B-B659388300BA}" presName="accent_4" presStyleCnt="0"/>
      <dgm:spPr/>
    </dgm:pt>
    <dgm:pt modelId="{0928EBEF-B41A-4CB9-930B-559C73FC97C1}" type="pres">
      <dgm:prSet presAssocID="{0BA45FFC-2D05-4966-A68B-B659388300BA}" presName="accentRepeatNode" presStyleLbl="solidFgAcc1" presStyleIdx="3" presStyleCnt="5" custLinFactNeighborX="-1412" custLinFactNeighborY="-2805"/>
      <dgm:spPr/>
    </dgm:pt>
    <dgm:pt modelId="{E406D9D1-ED5C-4AD9-ABCD-8413E96023DB}" type="pres">
      <dgm:prSet presAssocID="{92E1BAC0-335F-483D-8168-046D8C9F208A}" presName="text_5" presStyleLbl="node1" presStyleIdx="4" presStyleCnt="5">
        <dgm:presLayoutVars>
          <dgm:bulletEnabled val="1"/>
        </dgm:presLayoutVars>
      </dgm:prSet>
      <dgm:spPr/>
    </dgm:pt>
    <dgm:pt modelId="{439E7DC7-66AF-4D00-83E7-AC710F0AD4F0}" type="pres">
      <dgm:prSet presAssocID="{92E1BAC0-335F-483D-8168-046D8C9F208A}" presName="accent_5" presStyleCnt="0"/>
      <dgm:spPr/>
    </dgm:pt>
    <dgm:pt modelId="{5183A8F9-1038-45B1-AB53-3E45048E45E1}" type="pres">
      <dgm:prSet presAssocID="{92E1BAC0-335F-483D-8168-046D8C9F208A}" presName="accentRepeatNode" presStyleLbl="solidFgAcc1" presStyleIdx="4" presStyleCnt="5"/>
      <dgm:spPr/>
    </dgm:pt>
  </dgm:ptLst>
  <dgm:cxnLst>
    <dgm:cxn modelId="{16781D01-F25F-400F-BAF9-2AA91E7A4A6E}" type="presOf" srcId="{92E1BAC0-335F-483D-8168-046D8C9F208A}" destId="{E406D9D1-ED5C-4AD9-ABCD-8413E96023DB}" srcOrd="0" destOrd="0" presId="urn:microsoft.com/office/officeart/2008/layout/VerticalCurvedList"/>
    <dgm:cxn modelId="{8E261602-D018-4381-9C88-B88BD00E0FFD}" type="presOf" srcId="{36AB5D47-6B53-442A-B389-DBE82B9CB119}" destId="{F4414BC9-C91B-4C28-BA7E-17A52B189578}" srcOrd="0" destOrd="0" presId="urn:microsoft.com/office/officeart/2008/layout/VerticalCurvedList"/>
    <dgm:cxn modelId="{366AFD05-62BC-4A59-8AE1-C06EC71FCC04}" type="presOf" srcId="{0BA45FFC-2D05-4966-A68B-B659388300BA}" destId="{56F87E0A-D900-4447-BFCC-47042EF82AE5}" srcOrd="0" destOrd="0" presId="urn:microsoft.com/office/officeart/2008/layout/VerticalCurvedList"/>
    <dgm:cxn modelId="{F4BBF374-1128-4927-972D-B1EA3D0C7443}" srcId="{8E43D2FD-353C-4C1A-BBFD-C296F642F02F}" destId="{92E1BAC0-335F-483D-8168-046D8C9F208A}" srcOrd="4" destOrd="0" parTransId="{AB6D8E42-CE35-48B0-B0CC-A0FB1FD893C6}" sibTransId="{3A82112B-01EF-4189-9B97-891DE4DEC9DE}"/>
    <dgm:cxn modelId="{EA6AE582-A31C-450B-9B04-96D1DF48A367}" srcId="{8E43D2FD-353C-4C1A-BBFD-C296F642F02F}" destId="{36AB5D47-6B53-442A-B389-DBE82B9CB119}" srcOrd="0" destOrd="0" parTransId="{4E1C1C23-4540-4CAE-BFFB-06F1EF8B1DAE}" sibTransId="{15390780-96CF-48F6-A261-594B6D7F7203}"/>
    <dgm:cxn modelId="{CC9A6887-63EE-4FA9-AAAE-25A604C06699}" srcId="{8E43D2FD-353C-4C1A-BBFD-C296F642F02F}" destId="{0BA45FFC-2D05-4966-A68B-B659388300BA}" srcOrd="3" destOrd="0" parTransId="{BE9611DD-77CE-4818-AD4E-4CD095A8F1F9}" sibTransId="{9C6548D4-D1FC-4B3E-B473-435D35BE1599}"/>
    <dgm:cxn modelId="{8153A98E-86CD-4F20-AB01-AB7B3CD8E404}" type="presOf" srcId="{15390780-96CF-48F6-A261-594B6D7F7203}" destId="{FF9CB119-C3D6-4798-B31D-602D9AAA817F}" srcOrd="0" destOrd="0" presId="urn:microsoft.com/office/officeart/2008/layout/VerticalCurvedList"/>
    <dgm:cxn modelId="{25A9D699-6152-4DE9-8236-57AC6A769C1B}" srcId="{8E43D2FD-353C-4C1A-BBFD-C296F642F02F}" destId="{7180574B-1B91-4E55-8855-EC7C990E5F8A}" srcOrd="2" destOrd="0" parTransId="{49592DFB-57DE-4DC8-B2B0-52CBA7182299}" sibTransId="{20CC6552-44F2-41C7-A553-8464C9875CF8}"/>
    <dgm:cxn modelId="{0839E2AA-020F-4352-8925-527A8B00E204}" type="presOf" srcId="{7180574B-1B91-4E55-8855-EC7C990E5F8A}" destId="{3A0DE696-106D-418F-9CDF-87B96D1C7395}" srcOrd="0" destOrd="0" presId="urn:microsoft.com/office/officeart/2008/layout/VerticalCurvedList"/>
    <dgm:cxn modelId="{6357A7AC-C9C2-4C47-9857-7D8611551F0F}" type="presOf" srcId="{EF77AC78-7202-497E-8DD6-2B38228BB08E}" destId="{93D7F1A6-BCD4-4BB0-BF56-189CBFF9C22C}" srcOrd="0" destOrd="0" presId="urn:microsoft.com/office/officeart/2008/layout/VerticalCurvedList"/>
    <dgm:cxn modelId="{7EB2AAB1-A25F-4756-88CA-545A741C0D1A}" srcId="{8E43D2FD-353C-4C1A-BBFD-C296F642F02F}" destId="{EF77AC78-7202-497E-8DD6-2B38228BB08E}" srcOrd="1" destOrd="0" parTransId="{2F6A5852-7AB1-4DFE-B609-77DEAB7C309F}" sibTransId="{63A9A6F3-243D-4CCF-8210-47E8C109A901}"/>
    <dgm:cxn modelId="{3C0CB5C3-9215-4754-B907-D8F173012F1C}" type="presOf" srcId="{8E43D2FD-353C-4C1A-BBFD-C296F642F02F}" destId="{1951E64C-8844-48FA-8497-3ED1C9A5DFD7}" srcOrd="0" destOrd="0" presId="urn:microsoft.com/office/officeart/2008/layout/VerticalCurvedList"/>
    <dgm:cxn modelId="{664D987F-55E6-497B-9B36-783EA32B2895}" type="presParOf" srcId="{1951E64C-8844-48FA-8497-3ED1C9A5DFD7}" destId="{20354B5A-3CF3-4902-A0DA-80E881F36316}" srcOrd="0" destOrd="0" presId="urn:microsoft.com/office/officeart/2008/layout/VerticalCurvedList"/>
    <dgm:cxn modelId="{CF229A44-79F2-4982-8477-A15E48A1BEA9}" type="presParOf" srcId="{20354B5A-3CF3-4902-A0DA-80E881F36316}" destId="{64FAD16A-3598-43C6-BB55-CC339853CA66}" srcOrd="0" destOrd="0" presId="urn:microsoft.com/office/officeart/2008/layout/VerticalCurvedList"/>
    <dgm:cxn modelId="{C4885043-390F-49A0-A8FA-D4D2D5774743}" type="presParOf" srcId="{64FAD16A-3598-43C6-BB55-CC339853CA66}" destId="{C18BD6A6-BA12-4EAC-AE00-CB0BD870D7E7}" srcOrd="0" destOrd="0" presId="urn:microsoft.com/office/officeart/2008/layout/VerticalCurvedList"/>
    <dgm:cxn modelId="{79E831E4-99F1-4071-9F30-0CEEACFA9E1F}" type="presParOf" srcId="{64FAD16A-3598-43C6-BB55-CC339853CA66}" destId="{FF9CB119-C3D6-4798-B31D-602D9AAA817F}" srcOrd="1" destOrd="0" presId="urn:microsoft.com/office/officeart/2008/layout/VerticalCurvedList"/>
    <dgm:cxn modelId="{FF42922D-5449-4561-BB7F-78A83CF0E02C}" type="presParOf" srcId="{64FAD16A-3598-43C6-BB55-CC339853CA66}" destId="{5F9A4BC2-5091-45DB-B189-6911FDA5FAF0}" srcOrd="2" destOrd="0" presId="urn:microsoft.com/office/officeart/2008/layout/VerticalCurvedList"/>
    <dgm:cxn modelId="{31312015-8597-4F69-8676-BA2AD3C7F519}" type="presParOf" srcId="{64FAD16A-3598-43C6-BB55-CC339853CA66}" destId="{07085D36-31AE-48CB-B7FD-D70532AE8502}" srcOrd="3" destOrd="0" presId="urn:microsoft.com/office/officeart/2008/layout/VerticalCurvedList"/>
    <dgm:cxn modelId="{00F7AC20-DFE1-4573-80D8-66D3A81828CC}" type="presParOf" srcId="{20354B5A-3CF3-4902-A0DA-80E881F36316}" destId="{F4414BC9-C91B-4C28-BA7E-17A52B189578}" srcOrd="1" destOrd="0" presId="urn:microsoft.com/office/officeart/2008/layout/VerticalCurvedList"/>
    <dgm:cxn modelId="{61672870-CAE4-4097-A50C-32937E6CBADA}" type="presParOf" srcId="{20354B5A-3CF3-4902-A0DA-80E881F36316}" destId="{E8A249C6-A4D3-4711-9E1C-0E796C0A37E6}" srcOrd="2" destOrd="0" presId="urn:microsoft.com/office/officeart/2008/layout/VerticalCurvedList"/>
    <dgm:cxn modelId="{4FB6B933-71C1-4BC4-BF2E-F9743A50BE14}" type="presParOf" srcId="{E8A249C6-A4D3-4711-9E1C-0E796C0A37E6}" destId="{EBFC7813-C8F2-4C7F-833B-1B11961C8513}" srcOrd="0" destOrd="0" presId="urn:microsoft.com/office/officeart/2008/layout/VerticalCurvedList"/>
    <dgm:cxn modelId="{F1A4D5D0-C397-45D2-9D6F-1F03923443E6}" type="presParOf" srcId="{20354B5A-3CF3-4902-A0DA-80E881F36316}" destId="{93D7F1A6-BCD4-4BB0-BF56-189CBFF9C22C}" srcOrd="3" destOrd="0" presId="urn:microsoft.com/office/officeart/2008/layout/VerticalCurvedList"/>
    <dgm:cxn modelId="{409674E7-2ACD-4FC1-BDF0-6F76B74B7511}" type="presParOf" srcId="{20354B5A-3CF3-4902-A0DA-80E881F36316}" destId="{9449BC77-CEA7-452D-AD1B-7805025E710C}" srcOrd="4" destOrd="0" presId="urn:microsoft.com/office/officeart/2008/layout/VerticalCurvedList"/>
    <dgm:cxn modelId="{B6360E28-0807-4433-8EC1-3340B14D112B}" type="presParOf" srcId="{9449BC77-CEA7-452D-AD1B-7805025E710C}" destId="{45DD9CD2-EB07-494E-8F30-0BF8F4AF73E6}" srcOrd="0" destOrd="0" presId="urn:microsoft.com/office/officeart/2008/layout/VerticalCurvedList"/>
    <dgm:cxn modelId="{8FC6C6E4-17BA-4D53-A517-C4E32A532436}" type="presParOf" srcId="{20354B5A-3CF3-4902-A0DA-80E881F36316}" destId="{3A0DE696-106D-418F-9CDF-87B96D1C7395}" srcOrd="5" destOrd="0" presId="urn:microsoft.com/office/officeart/2008/layout/VerticalCurvedList"/>
    <dgm:cxn modelId="{F7A56E8F-24F5-4CA5-A251-12252A50DEF4}" type="presParOf" srcId="{20354B5A-3CF3-4902-A0DA-80E881F36316}" destId="{44D483F1-21CA-485A-B87B-18CBF05C101E}" srcOrd="6" destOrd="0" presId="urn:microsoft.com/office/officeart/2008/layout/VerticalCurvedList"/>
    <dgm:cxn modelId="{A64A9F0E-03EA-44ED-AB39-F8B11C380447}" type="presParOf" srcId="{44D483F1-21CA-485A-B87B-18CBF05C101E}" destId="{340A85CA-D7A9-4757-B953-553340397E65}" srcOrd="0" destOrd="0" presId="urn:microsoft.com/office/officeart/2008/layout/VerticalCurvedList"/>
    <dgm:cxn modelId="{F374C1B5-4216-4B77-92DF-5765E48E966C}" type="presParOf" srcId="{20354B5A-3CF3-4902-A0DA-80E881F36316}" destId="{56F87E0A-D900-4447-BFCC-47042EF82AE5}" srcOrd="7" destOrd="0" presId="urn:microsoft.com/office/officeart/2008/layout/VerticalCurvedList"/>
    <dgm:cxn modelId="{2B6D29BF-6CBC-4F56-9BC8-558662359797}" type="presParOf" srcId="{20354B5A-3CF3-4902-A0DA-80E881F36316}" destId="{0FA87359-ED82-4FF1-A1C4-2C21E407B626}" srcOrd="8" destOrd="0" presId="urn:microsoft.com/office/officeart/2008/layout/VerticalCurvedList"/>
    <dgm:cxn modelId="{4838998E-10CF-4E1C-BB81-57FAFB3D8F2B}" type="presParOf" srcId="{0FA87359-ED82-4FF1-A1C4-2C21E407B626}" destId="{0928EBEF-B41A-4CB9-930B-559C73FC97C1}" srcOrd="0" destOrd="0" presId="urn:microsoft.com/office/officeart/2008/layout/VerticalCurvedList"/>
    <dgm:cxn modelId="{AD787FE0-3C23-470E-ADB8-765E335DBC7B}" type="presParOf" srcId="{20354B5A-3CF3-4902-A0DA-80E881F36316}" destId="{E406D9D1-ED5C-4AD9-ABCD-8413E96023DB}" srcOrd="9" destOrd="0" presId="urn:microsoft.com/office/officeart/2008/layout/VerticalCurvedList"/>
    <dgm:cxn modelId="{370CBCB8-89AA-414F-8346-920B2C400EB7}" type="presParOf" srcId="{20354B5A-3CF3-4902-A0DA-80E881F36316}" destId="{439E7DC7-66AF-4D00-83E7-AC710F0AD4F0}" srcOrd="10" destOrd="0" presId="urn:microsoft.com/office/officeart/2008/layout/VerticalCurvedList"/>
    <dgm:cxn modelId="{C0F45AB5-1B05-40D3-ABD1-5BA8ED1C1B21}" type="presParOf" srcId="{439E7DC7-66AF-4D00-83E7-AC710F0AD4F0}" destId="{5183A8F9-1038-45B1-AB53-3E45048E45E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43D2FD-353C-4C1A-BBFD-C296F642F02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6AB5D47-6B53-442A-B389-DBE82B9CB119}">
      <dgm:prSet custT="1"/>
      <dgm:spPr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rtl="0"/>
          <a:r>
            <a:rPr lang="es-PE" sz="3100" b="1" kern="1200" dirty="0"/>
            <a:t>Proceso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Licitación</a:t>
          </a:r>
        </a:p>
      </dgm:t>
    </dgm:pt>
    <dgm:pt modelId="{4E1C1C23-4540-4CAE-BFFB-06F1EF8B1DAE}" type="parTrans" cxnId="{EA6AE582-A31C-450B-9B04-96D1DF48A367}">
      <dgm:prSet/>
      <dgm:spPr/>
      <dgm:t>
        <a:bodyPr/>
        <a:lstStyle/>
        <a:p>
          <a:endParaRPr lang="es-ES"/>
        </a:p>
      </dgm:t>
    </dgm:pt>
    <dgm:pt modelId="{15390780-96CF-48F6-A261-594B6D7F7203}" type="sibTrans" cxnId="{EA6AE582-A31C-450B-9B04-96D1DF48A367}">
      <dgm:prSet/>
      <dgm:spPr/>
      <dgm:t>
        <a:bodyPr/>
        <a:lstStyle/>
        <a:p>
          <a:endParaRPr lang="es-ES"/>
        </a:p>
      </dgm:t>
    </dgm:pt>
    <dgm:pt modelId="{EF77AC78-7202-497E-8DD6-2B38228BB08E}">
      <dgm:prSet/>
      <dgm:spPr/>
      <dgm:t>
        <a:bodyPr/>
        <a:lstStyle/>
        <a:p>
          <a:pPr rtl="0"/>
          <a:r>
            <a:rPr lang="es-PE" b="1" dirty="0"/>
            <a:t>Calificación de Proveedores</a:t>
          </a:r>
          <a:endParaRPr lang="es-PE" dirty="0"/>
        </a:p>
      </dgm:t>
    </dgm:pt>
    <dgm:pt modelId="{2F6A5852-7AB1-4DFE-B609-77DEAB7C309F}" type="parTrans" cxnId="{7EB2AAB1-A25F-4756-88CA-545A741C0D1A}">
      <dgm:prSet/>
      <dgm:spPr/>
      <dgm:t>
        <a:bodyPr/>
        <a:lstStyle/>
        <a:p>
          <a:endParaRPr lang="es-ES"/>
        </a:p>
      </dgm:t>
    </dgm:pt>
    <dgm:pt modelId="{63A9A6F3-243D-4CCF-8210-47E8C109A901}" type="sibTrans" cxnId="{7EB2AAB1-A25F-4756-88CA-545A741C0D1A}">
      <dgm:prSet/>
      <dgm:spPr/>
      <dgm:t>
        <a:bodyPr/>
        <a:lstStyle/>
        <a:p>
          <a:endParaRPr lang="es-ES"/>
        </a:p>
      </dgm:t>
    </dgm:pt>
    <dgm:pt modelId="{0BA45FFC-2D05-4966-A68B-B659388300BA}">
      <dgm:prSet custT="1"/>
      <dgm:spPr>
        <a:solidFill>
          <a:srgbClr val="000000">
            <a:lumMod val="7500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rtl="0"/>
          <a:r>
            <a:rPr lang="es-PE" sz="3100" b="1" kern="1200" dirty="0"/>
            <a:t>Gestión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Contratistas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endParaRPr lang="es-PE" sz="3100" b="1" kern="1200" dirty="0">
            <a:solidFill>
              <a:srgbClr val="F2EAE2"/>
            </a:solidFill>
            <a:latin typeface="Aeonik Pro"/>
            <a:ea typeface="+mn-ea"/>
            <a:cs typeface="+mn-cs"/>
          </a:endParaRPr>
        </a:p>
      </dgm:t>
    </dgm:pt>
    <dgm:pt modelId="{BE9611DD-77CE-4818-AD4E-4CD095A8F1F9}" type="parTrans" cxnId="{CC9A6887-63EE-4FA9-AAAE-25A604C06699}">
      <dgm:prSet/>
      <dgm:spPr/>
      <dgm:t>
        <a:bodyPr/>
        <a:lstStyle/>
        <a:p>
          <a:endParaRPr lang="es-ES"/>
        </a:p>
      </dgm:t>
    </dgm:pt>
    <dgm:pt modelId="{9C6548D4-D1FC-4B3E-B473-435D35BE1599}" type="sibTrans" cxnId="{CC9A6887-63EE-4FA9-AAAE-25A604C06699}">
      <dgm:prSet/>
      <dgm:spPr/>
      <dgm:t>
        <a:bodyPr/>
        <a:lstStyle/>
        <a:p>
          <a:endParaRPr lang="es-ES"/>
        </a:p>
      </dgm:t>
    </dgm:pt>
    <dgm:pt modelId="{92E1BAC0-335F-483D-8168-046D8C9F208A}">
      <dgm:prSet custT="1"/>
      <dgm:spPr/>
      <dgm:t>
        <a:bodyPr/>
        <a:lstStyle/>
        <a:p>
          <a:pPr rtl="0"/>
          <a:r>
            <a:rPr lang="es-PE" sz="2800" b="1" dirty="0"/>
            <a:t>Requerimientos de Seguridad </a:t>
          </a:r>
          <a:r>
            <a:rPr lang="es-PE" sz="2400" b="1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dirty="0"/>
            <a:t> </a:t>
          </a:r>
          <a:endParaRPr lang="es-PE" sz="2800" dirty="0"/>
        </a:p>
      </dgm:t>
    </dgm:pt>
    <dgm:pt modelId="{3A82112B-01EF-4189-9B97-891DE4DEC9DE}" type="sibTrans" cxnId="{F4BBF374-1128-4927-972D-B1EA3D0C7443}">
      <dgm:prSet/>
      <dgm:spPr/>
      <dgm:t>
        <a:bodyPr/>
        <a:lstStyle/>
        <a:p>
          <a:endParaRPr lang="es-ES"/>
        </a:p>
      </dgm:t>
    </dgm:pt>
    <dgm:pt modelId="{AB6D8E42-CE35-48B0-B0CC-A0FB1FD893C6}" type="parTrans" cxnId="{F4BBF374-1128-4927-972D-B1EA3D0C7443}">
      <dgm:prSet/>
      <dgm:spPr/>
      <dgm:t>
        <a:bodyPr/>
        <a:lstStyle/>
        <a:p>
          <a:endParaRPr lang="es-ES"/>
        </a:p>
      </dgm:t>
    </dgm:pt>
    <dgm:pt modelId="{7180574B-1B91-4E55-8855-EC7C990E5F8A}">
      <dgm:prSet custT="1"/>
      <dgm:spPr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Alcance Técnico</a:t>
          </a:r>
        </a:p>
      </dgm:t>
    </dgm:pt>
    <dgm:pt modelId="{49592DFB-57DE-4DC8-B2B0-52CBA7182299}" type="parTrans" cxnId="{25A9D699-6152-4DE9-8236-57AC6A769C1B}">
      <dgm:prSet/>
      <dgm:spPr/>
      <dgm:t>
        <a:bodyPr/>
        <a:lstStyle/>
        <a:p>
          <a:endParaRPr lang="es-ES"/>
        </a:p>
      </dgm:t>
    </dgm:pt>
    <dgm:pt modelId="{20CC6552-44F2-41C7-A553-8464C9875CF8}" type="sibTrans" cxnId="{25A9D699-6152-4DE9-8236-57AC6A769C1B}">
      <dgm:prSet/>
      <dgm:spPr/>
      <dgm:t>
        <a:bodyPr/>
        <a:lstStyle/>
        <a:p>
          <a:endParaRPr lang="es-ES"/>
        </a:p>
      </dgm:t>
    </dgm:pt>
    <dgm:pt modelId="{1951E64C-8844-48FA-8497-3ED1C9A5DFD7}" type="pres">
      <dgm:prSet presAssocID="{8E43D2FD-353C-4C1A-BBFD-C296F642F02F}" presName="Name0" presStyleCnt="0">
        <dgm:presLayoutVars>
          <dgm:chMax val="7"/>
          <dgm:chPref val="7"/>
          <dgm:dir/>
        </dgm:presLayoutVars>
      </dgm:prSet>
      <dgm:spPr/>
    </dgm:pt>
    <dgm:pt modelId="{20354B5A-3CF3-4902-A0DA-80E881F36316}" type="pres">
      <dgm:prSet presAssocID="{8E43D2FD-353C-4C1A-BBFD-C296F642F02F}" presName="Name1" presStyleCnt="0"/>
      <dgm:spPr/>
    </dgm:pt>
    <dgm:pt modelId="{64FAD16A-3598-43C6-BB55-CC339853CA66}" type="pres">
      <dgm:prSet presAssocID="{8E43D2FD-353C-4C1A-BBFD-C296F642F02F}" presName="cycle" presStyleCnt="0"/>
      <dgm:spPr/>
    </dgm:pt>
    <dgm:pt modelId="{C18BD6A6-BA12-4EAC-AE00-CB0BD870D7E7}" type="pres">
      <dgm:prSet presAssocID="{8E43D2FD-353C-4C1A-BBFD-C296F642F02F}" presName="srcNode" presStyleLbl="node1" presStyleIdx="0" presStyleCnt="5"/>
      <dgm:spPr/>
    </dgm:pt>
    <dgm:pt modelId="{FF9CB119-C3D6-4798-B31D-602D9AAA817F}" type="pres">
      <dgm:prSet presAssocID="{8E43D2FD-353C-4C1A-BBFD-C296F642F02F}" presName="conn" presStyleLbl="parChTrans1D2" presStyleIdx="0" presStyleCnt="1"/>
      <dgm:spPr/>
    </dgm:pt>
    <dgm:pt modelId="{5F9A4BC2-5091-45DB-B189-6911FDA5FAF0}" type="pres">
      <dgm:prSet presAssocID="{8E43D2FD-353C-4C1A-BBFD-C296F642F02F}" presName="extraNode" presStyleLbl="node1" presStyleIdx="0" presStyleCnt="5"/>
      <dgm:spPr/>
    </dgm:pt>
    <dgm:pt modelId="{07085D36-31AE-48CB-B7FD-D70532AE8502}" type="pres">
      <dgm:prSet presAssocID="{8E43D2FD-353C-4C1A-BBFD-C296F642F02F}" presName="dstNode" presStyleLbl="node1" presStyleIdx="0" presStyleCnt="5"/>
      <dgm:spPr/>
    </dgm:pt>
    <dgm:pt modelId="{F4414BC9-C91B-4C28-BA7E-17A52B189578}" type="pres">
      <dgm:prSet presAssocID="{36AB5D47-6B53-442A-B389-DBE82B9CB119}" presName="text_1" presStyleLbl="node1" presStyleIdx="0" presStyleCnt="5">
        <dgm:presLayoutVars>
          <dgm:bulletEnabled val="1"/>
        </dgm:presLayoutVars>
      </dgm:prSet>
      <dgm:spPr>
        <a:xfrm>
          <a:off x="456905" y="302849"/>
          <a:ext cx="9592538" cy="606087"/>
        </a:xfrm>
        <a:prstGeom prst="rect">
          <a:avLst/>
        </a:prstGeom>
      </dgm:spPr>
    </dgm:pt>
    <dgm:pt modelId="{E8A249C6-A4D3-4711-9E1C-0E796C0A37E6}" type="pres">
      <dgm:prSet presAssocID="{36AB5D47-6B53-442A-B389-DBE82B9CB119}" presName="accent_1" presStyleCnt="0"/>
      <dgm:spPr/>
    </dgm:pt>
    <dgm:pt modelId="{EBFC7813-C8F2-4C7F-833B-1B11961C8513}" type="pres">
      <dgm:prSet presAssocID="{36AB5D47-6B53-442A-B389-DBE82B9CB119}" presName="accentRepeatNode" presStyleLbl="solidFgAcc1" presStyleIdx="0" presStyleCnt="5"/>
      <dgm:spPr/>
    </dgm:pt>
    <dgm:pt modelId="{93D7F1A6-BCD4-4BB0-BF56-189CBFF9C22C}" type="pres">
      <dgm:prSet presAssocID="{EF77AC78-7202-497E-8DD6-2B38228BB08E}" presName="text_2" presStyleLbl="node1" presStyleIdx="1" presStyleCnt="5">
        <dgm:presLayoutVars>
          <dgm:bulletEnabled val="1"/>
        </dgm:presLayoutVars>
      </dgm:prSet>
      <dgm:spPr/>
    </dgm:pt>
    <dgm:pt modelId="{9449BC77-CEA7-452D-AD1B-7805025E710C}" type="pres">
      <dgm:prSet presAssocID="{EF77AC78-7202-497E-8DD6-2B38228BB08E}" presName="accent_2" presStyleCnt="0"/>
      <dgm:spPr/>
    </dgm:pt>
    <dgm:pt modelId="{45DD9CD2-EB07-494E-8F30-0BF8F4AF73E6}" type="pres">
      <dgm:prSet presAssocID="{EF77AC78-7202-497E-8DD6-2B38228BB08E}" presName="accentRepeatNode" presStyleLbl="solidFgAcc1" presStyleIdx="1" presStyleCnt="5"/>
      <dgm:spPr/>
    </dgm:pt>
    <dgm:pt modelId="{3A0DE696-106D-418F-9CDF-87B96D1C7395}" type="pres">
      <dgm:prSet presAssocID="{7180574B-1B91-4E55-8855-EC7C990E5F8A}" presName="text_3" presStyleLbl="node1" presStyleIdx="2" presStyleCnt="5">
        <dgm:presLayoutVars>
          <dgm:bulletEnabled val="1"/>
        </dgm:presLayoutVars>
      </dgm:prSet>
      <dgm:spPr>
        <a:xfrm>
          <a:off x="1024506" y="2120530"/>
          <a:ext cx="9024937" cy="606087"/>
        </a:xfrm>
        <a:prstGeom prst="rect">
          <a:avLst/>
        </a:prstGeom>
      </dgm:spPr>
    </dgm:pt>
    <dgm:pt modelId="{44D483F1-21CA-485A-B87B-18CBF05C101E}" type="pres">
      <dgm:prSet presAssocID="{7180574B-1B91-4E55-8855-EC7C990E5F8A}" presName="accent_3" presStyleCnt="0"/>
      <dgm:spPr/>
    </dgm:pt>
    <dgm:pt modelId="{340A85CA-D7A9-4757-B953-553340397E65}" type="pres">
      <dgm:prSet presAssocID="{7180574B-1B91-4E55-8855-EC7C990E5F8A}" presName="accentRepeatNode" presStyleLbl="solidFgAcc1" presStyleIdx="2" presStyleCnt="5" custLinFactNeighborX="-2527" custLinFactNeighborY="332"/>
      <dgm:spPr/>
    </dgm:pt>
    <dgm:pt modelId="{56F87E0A-D900-4447-BFCC-47042EF82AE5}" type="pres">
      <dgm:prSet presAssocID="{0BA45FFC-2D05-4966-A68B-B659388300BA}" presName="text_4" presStyleLbl="node1" presStyleIdx="3" presStyleCnt="5">
        <dgm:presLayoutVars>
          <dgm:bulletEnabled val="1"/>
        </dgm:presLayoutVars>
      </dgm:prSet>
      <dgm:spPr>
        <a:xfrm>
          <a:off x="891210" y="3029370"/>
          <a:ext cx="9158234" cy="606087"/>
        </a:xfrm>
        <a:prstGeom prst="rect">
          <a:avLst/>
        </a:prstGeom>
      </dgm:spPr>
    </dgm:pt>
    <dgm:pt modelId="{0FA87359-ED82-4FF1-A1C4-2C21E407B626}" type="pres">
      <dgm:prSet presAssocID="{0BA45FFC-2D05-4966-A68B-B659388300BA}" presName="accent_4" presStyleCnt="0"/>
      <dgm:spPr/>
    </dgm:pt>
    <dgm:pt modelId="{0928EBEF-B41A-4CB9-930B-559C73FC97C1}" type="pres">
      <dgm:prSet presAssocID="{0BA45FFC-2D05-4966-A68B-B659388300BA}" presName="accentRepeatNode" presStyleLbl="solidFgAcc1" presStyleIdx="3" presStyleCnt="5" custLinFactNeighborX="-1412" custLinFactNeighborY="-2805"/>
      <dgm:spPr/>
    </dgm:pt>
    <dgm:pt modelId="{E406D9D1-ED5C-4AD9-ABCD-8413E96023DB}" type="pres">
      <dgm:prSet presAssocID="{92E1BAC0-335F-483D-8168-046D8C9F208A}" presName="text_5" presStyleLbl="node1" presStyleIdx="4" presStyleCnt="5">
        <dgm:presLayoutVars>
          <dgm:bulletEnabled val="1"/>
        </dgm:presLayoutVars>
      </dgm:prSet>
      <dgm:spPr/>
    </dgm:pt>
    <dgm:pt modelId="{439E7DC7-66AF-4D00-83E7-AC710F0AD4F0}" type="pres">
      <dgm:prSet presAssocID="{92E1BAC0-335F-483D-8168-046D8C9F208A}" presName="accent_5" presStyleCnt="0"/>
      <dgm:spPr/>
    </dgm:pt>
    <dgm:pt modelId="{5183A8F9-1038-45B1-AB53-3E45048E45E1}" type="pres">
      <dgm:prSet presAssocID="{92E1BAC0-335F-483D-8168-046D8C9F208A}" presName="accentRepeatNode" presStyleLbl="solidFgAcc1" presStyleIdx="4" presStyleCnt="5"/>
      <dgm:spPr/>
    </dgm:pt>
  </dgm:ptLst>
  <dgm:cxnLst>
    <dgm:cxn modelId="{16781D01-F25F-400F-BAF9-2AA91E7A4A6E}" type="presOf" srcId="{92E1BAC0-335F-483D-8168-046D8C9F208A}" destId="{E406D9D1-ED5C-4AD9-ABCD-8413E96023DB}" srcOrd="0" destOrd="0" presId="urn:microsoft.com/office/officeart/2008/layout/VerticalCurvedList"/>
    <dgm:cxn modelId="{8E261602-D018-4381-9C88-B88BD00E0FFD}" type="presOf" srcId="{36AB5D47-6B53-442A-B389-DBE82B9CB119}" destId="{F4414BC9-C91B-4C28-BA7E-17A52B189578}" srcOrd="0" destOrd="0" presId="urn:microsoft.com/office/officeart/2008/layout/VerticalCurvedList"/>
    <dgm:cxn modelId="{366AFD05-62BC-4A59-8AE1-C06EC71FCC04}" type="presOf" srcId="{0BA45FFC-2D05-4966-A68B-B659388300BA}" destId="{56F87E0A-D900-4447-BFCC-47042EF82AE5}" srcOrd="0" destOrd="0" presId="urn:microsoft.com/office/officeart/2008/layout/VerticalCurvedList"/>
    <dgm:cxn modelId="{F4BBF374-1128-4927-972D-B1EA3D0C7443}" srcId="{8E43D2FD-353C-4C1A-BBFD-C296F642F02F}" destId="{92E1BAC0-335F-483D-8168-046D8C9F208A}" srcOrd="4" destOrd="0" parTransId="{AB6D8E42-CE35-48B0-B0CC-A0FB1FD893C6}" sibTransId="{3A82112B-01EF-4189-9B97-891DE4DEC9DE}"/>
    <dgm:cxn modelId="{EA6AE582-A31C-450B-9B04-96D1DF48A367}" srcId="{8E43D2FD-353C-4C1A-BBFD-C296F642F02F}" destId="{36AB5D47-6B53-442A-B389-DBE82B9CB119}" srcOrd="0" destOrd="0" parTransId="{4E1C1C23-4540-4CAE-BFFB-06F1EF8B1DAE}" sibTransId="{15390780-96CF-48F6-A261-594B6D7F7203}"/>
    <dgm:cxn modelId="{CC9A6887-63EE-4FA9-AAAE-25A604C06699}" srcId="{8E43D2FD-353C-4C1A-BBFD-C296F642F02F}" destId="{0BA45FFC-2D05-4966-A68B-B659388300BA}" srcOrd="3" destOrd="0" parTransId="{BE9611DD-77CE-4818-AD4E-4CD095A8F1F9}" sibTransId="{9C6548D4-D1FC-4B3E-B473-435D35BE1599}"/>
    <dgm:cxn modelId="{8153A98E-86CD-4F20-AB01-AB7B3CD8E404}" type="presOf" srcId="{15390780-96CF-48F6-A261-594B6D7F7203}" destId="{FF9CB119-C3D6-4798-B31D-602D9AAA817F}" srcOrd="0" destOrd="0" presId="urn:microsoft.com/office/officeart/2008/layout/VerticalCurvedList"/>
    <dgm:cxn modelId="{25A9D699-6152-4DE9-8236-57AC6A769C1B}" srcId="{8E43D2FD-353C-4C1A-BBFD-C296F642F02F}" destId="{7180574B-1B91-4E55-8855-EC7C990E5F8A}" srcOrd="2" destOrd="0" parTransId="{49592DFB-57DE-4DC8-B2B0-52CBA7182299}" sibTransId="{20CC6552-44F2-41C7-A553-8464C9875CF8}"/>
    <dgm:cxn modelId="{0839E2AA-020F-4352-8925-527A8B00E204}" type="presOf" srcId="{7180574B-1B91-4E55-8855-EC7C990E5F8A}" destId="{3A0DE696-106D-418F-9CDF-87B96D1C7395}" srcOrd="0" destOrd="0" presId="urn:microsoft.com/office/officeart/2008/layout/VerticalCurvedList"/>
    <dgm:cxn modelId="{6357A7AC-C9C2-4C47-9857-7D8611551F0F}" type="presOf" srcId="{EF77AC78-7202-497E-8DD6-2B38228BB08E}" destId="{93D7F1A6-BCD4-4BB0-BF56-189CBFF9C22C}" srcOrd="0" destOrd="0" presId="urn:microsoft.com/office/officeart/2008/layout/VerticalCurvedList"/>
    <dgm:cxn modelId="{7EB2AAB1-A25F-4756-88CA-545A741C0D1A}" srcId="{8E43D2FD-353C-4C1A-BBFD-C296F642F02F}" destId="{EF77AC78-7202-497E-8DD6-2B38228BB08E}" srcOrd="1" destOrd="0" parTransId="{2F6A5852-7AB1-4DFE-B609-77DEAB7C309F}" sibTransId="{63A9A6F3-243D-4CCF-8210-47E8C109A901}"/>
    <dgm:cxn modelId="{3C0CB5C3-9215-4754-B907-D8F173012F1C}" type="presOf" srcId="{8E43D2FD-353C-4C1A-BBFD-C296F642F02F}" destId="{1951E64C-8844-48FA-8497-3ED1C9A5DFD7}" srcOrd="0" destOrd="0" presId="urn:microsoft.com/office/officeart/2008/layout/VerticalCurvedList"/>
    <dgm:cxn modelId="{664D987F-55E6-497B-9B36-783EA32B2895}" type="presParOf" srcId="{1951E64C-8844-48FA-8497-3ED1C9A5DFD7}" destId="{20354B5A-3CF3-4902-A0DA-80E881F36316}" srcOrd="0" destOrd="0" presId="urn:microsoft.com/office/officeart/2008/layout/VerticalCurvedList"/>
    <dgm:cxn modelId="{CF229A44-79F2-4982-8477-A15E48A1BEA9}" type="presParOf" srcId="{20354B5A-3CF3-4902-A0DA-80E881F36316}" destId="{64FAD16A-3598-43C6-BB55-CC339853CA66}" srcOrd="0" destOrd="0" presId="urn:microsoft.com/office/officeart/2008/layout/VerticalCurvedList"/>
    <dgm:cxn modelId="{C4885043-390F-49A0-A8FA-D4D2D5774743}" type="presParOf" srcId="{64FAD16A-3598-43C6-BB55-CC339853CA66}" destId="{C18BD6A6-BA12-4EAC-AE00-CB0BD870D7E7}" srcOrd="0" destOrd="0" presId="urn:microsoft.com/office/officeart/2008/layout/VerticalCurvedList"/>
    <dgm:cxn modelId="{79E831E4-99F1-4071-9F30-0CEEACFA9E1F}" type="presParOf" srcId="{64FAD16A-3598-43C6-BB55-CC339853CA66}" destId="{FF9CB119-C3D6-4798-B31D-602D9AAA817F}" srcOrd="1" destOrd="0" presId="urn:microsoft.com/office/officeart/2008/layout/VerticalCurvedList"/>
    <dgm:cxn modelId="{FF42922D-5449-4561-BB7F-78A83CF0E02C}" type="presParOf" srcId="{64FAD16A-3598-43C6-BB55-CC339853CA66}" destId="{5F9A4BC2-5091-45DB-B189-6911FDA5FAF0}" srcOrd="2" destOrd="0" presId="urn:microsoft.com/office/officeart/2008/layout/VerticalCurvedList"/>
    <dgm:cxn modelId="{31312015-8597-4F69-8676-BA2AD3C7F519}" type="presParOf" srcId="{64FAD16A-3598-43C6-BB55-CC339853CA66}" destId="{07085D36-31AE-48CB-B7FD-D70532AE8502}" srcOrd="3" destOrd="0" presId="urn:microsoft.com/office/officeart/2008/layout/VerticalCurvedList"/>
    <dgm:cxn modelId="{00F7AC20-DFE1-4573-80D8-66D3A81828CC}" type="presParOf" srcId="{20354B5A-3CF3-4902-A0DA-80E881F36316}" destId="{F4414BC9-C91B-4C28-BA7E-17A52B189578}" srcOrd="1" destOrd="0" presId="urn:microsoft.com/office/officeart/2008/layout/VerticalCurvedList"/>
    <dgm:cxn modelId="{61672870-CAE4-4097-A50C-32937E6CBADA}" type="presParOf" srcId="{20354B5A-3CF3-4902-A0DA-80E881F36316}" destId="{E8A249C6-A4D3-4711-9E1C-0E796C0A37E6}" srcOrd="2" destOrd="0" presId="urn:microsoft.com/office/officeart/2008/layout/VerticalCurvedList"/>
    <dgm:cxn modelId="{4FB6B933-71C1-4BC4-BF2E-F9743A50BE14}" type="presParOf" srcId="{E8A249C6-A4D3-4711-9E1C-0E796C0A37E6}" destId="{EBFC7813-C8F2-4C7F-833B-1B11961C8513}" srcOrd="0" destOrd="0" presId="urn:microsoft.com/office/officeart/2008/layout/VerticalCurvedList"/>
    <dgm:cxn modelId="{F1A4D5D0-C397-45D2-9D6F-1F03923443E6}" type="presParOf" srcId="{20354B5A-3CF3-4902-A0DA-80E881F36316}" destId="{93D7F1A6-BCD4-4BB0-BF56-189CBFF9C22C}" srcOrd="3" destOrd="0" presId="urn:microsoft.com/office/officeart/2008/layout/VerticalCurvedList"/>
    <dgm:cxn modelId="{409674E7-2ACD-4FC1-BDF0-6F76B74B7511}" type="presParOf" srcId="{20354B5A-3CF3-4902-A0DA-80E881F36316}" destId="{9449BC77-CEA7-452D-AD1B-7805025E710C}" srcOrd="4" destOrd="0" presId="urn:microsoft.com/office/officeart/2008/layout/VerticalCurvedList"/>
    <dgm:cxn modelId="{B6360E28-0807-4433-8EC1-3340B14D112B}" type="presParOf" srcId="{9449BC77-CEA7-452D-AD1B-7805025E710C}" destId="{45DD9CD2-EB07-494E-8F30-0BF8F4AF73E6}" srcOrd="0" destOrd="0" presId="urn:microsoft.com/office/officeart/2008/layout/VerticalCurvedList"/>
    <dgm:cxn modelId="{8FC6C6E4-17BA-4D53-A517-C4E32A532436}" type="presParOf" srcId="{20354B5A-3CF3-4902-A0DA-80E881F36316}" destId="{3A0DE696-106D-418F-9CDF-87B96D1C7395}" srcOrd="5" destOrd="0" presId="urn:microsoft.com/office/officeart/2008/layout/VerticalCurvedList"/>
    <dgm:cxn modelId="{F7A56E8F-24F5-4CA5-A251-12252A50DEF4}" type="presParOf" srcId="{20354B5A-3CF3-4902-A0DA-80E881F36316}" destId="{44D483F1-21CA-485A-B87B-18CBF05C101E}" srcOrd="6" destOrd="0" presId="urn:microsoft.com/office/officeart/2008/layout/VerticalCurvedList"/>
    <dgm:cxn modelId="{A64A9F0E-03EA-44ED-AB39-F8B11C380447}" type="presParOf" srcId="{44D483F1-21CA-485A-B87B-18CBF05C101E}" destId="{340A85CA-D7A9-4757-B953-553340397E65}" srcOrd="0" destOrd="0" presId="urn:microsoft.com/office/officeart/2008/layout/VerticalCurvedList"/>
    <dgm:cxn modelId="{F374C1B5-4216-4B77-92DF-5765E48E966C}" type="presParOf" srcId="{20354B5A-3CF3-4902-A0DA-80E881F36316}" destId="{56F87E0A-D900-4447-BFCC-47042EF82AE5}" srcOrd="7" destOrd="0" presId="urn:microsoft.com/office/officeart/2008/layout/VerticalCurvedList"/>
    <dgm:cxn modelId="{2B6D29BF-6CBC-4F56-9BC8-558662359797}" type="presParOf" srcId="{20354B5A-3CF3-4902-A0DA-80E881F36316}" destId="{0FA87359-ED82-4FF1-A1C4-2C21E407B626}" srcOrd="8" destOrd="0" presId="urn:microsoft.com/office/officeart/2008/layout/VerticalCurvedList"/>
    <dgm:cxn modelId="{4838998E-10CF-4E1C-BB81-57FAFB3D8F2B}" type="presParOf" srcId="{0FA87359-ED82-4FF1-A1C4-2C21E407B626}" destId="{0928EBEF-B41A-4CB9-930B-559C73FC97C1}" srcOrd="0" destOrd="0" presId="urn:microsoft.com/office/officeart/2008/layout/VerticalCurvedList"/>
    <dgm:cxn modelId="{AD787FE0-3C23-470E-ADB8-765E335DBC7B}" type="presParOf" srcId="{20354B5A-3CF3-4902-A0DA-80E881F36316}" destId="{E406D9D1-ED5C-4AD9-ABCD-8413E96023DB}" srcOrd="9" destOrd="0" presId="urn:microsoft.com/office/officeart/2008/layout/VerticalCurvedList"/>
    <dgm:cxn modelId="{370CBCB8-89AA-414F-8346-920B2C400EB7}" type="presParOf" srcId="{20354B5A-3CF3-4902-A0DA-80E881F36316}" destId="{439E7DC7-66AF-4D00-83E7-AC710F0AD4F0}" srcOrd="10" destOrd="0" presId="urn:microsoft.com/office/officeart/2008/layout/VerticalCurvedList"/>
    <dgm:cxn modelId="{C0F45AB5-1B05-40D3-ABD1-5BA8ED1C1B21}" type="presParOf" srcId="{439E7DC7-66AF-4D00-83E7-AC710F0AD4F0}" destId="{5183A8F9-1038-45B1-AB53-3E45048E45E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6011AC-D295-49AC-972C-7221A48F5A28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167A2456-794A-4A92-8ECA-5713B7EDE48F}">
      <dgm:prSet phldrT="[Texto]" custT="1"/>
      <dgm:spPr/>
      <dgm:t>
        <a:bodyPr/>
        <a:lstStyle/>
        <a:p>
          <a:r>
            <a:rPr lang="es-ES" sz="1200" dirty="0"/>
            <a:t>Contrato firmado</a:t>
          </a:r>
          <a:endParaRPr lang="es-PE" sz="1200" dirty="0"/>
        </a:p>
      </dgm:t>
    </dgm:pt>
    <dgm:pt modelId="{7DBF4565-07EF-4D79-9EF8-1A8536F47E45}" type="parTrans" cxnId="{4549EDF0-4D19-4A33-ACF7-E31CE3E2ECAC}">
      <dgm:prSet/>
      <dgm:spPr/>
      <dgm:t>
        <a:bodyPr/>
        <a:lstStyle/>
        <a:p>
          <a:endParaRPr lang="es-PE"/>
        </a:p>
      </dgm:t>
    </dgm:pt>
    <dgm:pt modelId="{C5B5AD90-F53E-4FD3-AB60-2F7EFC36DC96}" type="sibTrans" cxnId="{4549EDF0-4D19-4A33-ACF7-E31CE3E2ECAC}">
      <dgm:prSet/>
      <dgm:spPr/>
      <dgm:t>
        <a:bodyPr/>
        <a:lstStyle/>
        <a:p>
          <a:endParaRPr lang="es-PE"/>
        </a:p>
      </dgm:t>
    </dgm:pt>
    <dgm:pt modelId="{3172B72C-20FB-4455-93BE-C0245AA372DC}">
      <dgm:prSet phldrT="[Texto]" custT="1"/>
      <dgm:spPr/>
      <dgm:t>
        <a:bodyPr/>
        <a:lstStyle/>
        <a:p>
          <a:r>
            <a:rPr lang="es-ES" sz="1200" dirty="0"/>
            <a:t>Registro en Plataforma</a:t>
          </a:r>
          <a:endParaRPr lang="es-PE" sz="1200" dirty="0"/>
        </a:p>
      </dgm:t>
    </dgm:pt>
    <dgm:pt modelId="{0D313DBD-859D-46F1-AD91-77BAF1E59A43}" type="parTrans" cxnId="{BCB96767-4C04-4181-9EA0-1E1CFAA649AD}">
      <dgm:prSet/>
      <dgm:spPr/>
      <dgm:t>
        <a:bodyPr/>
        <a:lstStyle/>
        <a:p>
          <a:endParaRPr lang="es-PE"/>
        </a:p>
      </dgm:t>
    </dgm:pt>
    <dgm:pt modelId="{E93FFE13-24AF-4025-B8B6-E7BAB07C00BD}" type="sibTrans" cxnId="{BCB96767-4C04-4181-9EA0-1E1CFAA649AD}">
      <dgm:prSet/>
      <dgm:spPr/>
      <dgm:t>
        <a:bodyPr/>
        <a:lstStyle/>
        <a:p>
          <a:endParaRPr lang="es-PE"/>
        </a:p>
      </dgm:t>
    </dgm:pt>
    <dgm:pt modelId="{E7509E16-D668-42D3-8EB8-0F82FCDECCC2}">
      <dgm:prSet phldrT="[Texto]" custT="1"/>
      <dgm:spPr/>
      <dgm:t>
        <a:bodyPr/>
        <a:lstStyle/>
        <a:p>
          <a:r>
            <a:rPr lang="es-ES" sz="1200" dirty="0"/>
            <a:t>Reunión de </a:t>
          </a:r>
          <a:r>
            <a:rPr lang="es-ES" sz="1200" dirty="0" err="1"/>
            <a:t>KickOff</a:t>
          </a:r>
          <a:endParaRPr lang="es-PE" sz="1200" dirty="0"/>
        </a:p>
      </dgm:t>
    </dgm:pt>
    <dgm:pt modelId="{1BB79308-8FD1-44B5-8B3A-9484F839C576}" type="parTrans" cxnId="{F2AAA3C7-542D-45CD-AB5F-A103DC972178}">
      <dgm:prSet/>
      <dgm:spPr/>
      <dgm:t>
        <a:bodyPr/>
        <a:lstStyle/>
        <a:p>
          <a:endParaRPr lang="es-PE"/>
        </a:p>
      </dgm:t>
    </dgm:pt>
    <dgm:pt modelId="{3502E1A2-3202-4AF2-A00E-82180E4C7815}" type="sibTrans" cxnId="{F2AAA3C7-542D-45CD-AB5F-A103DC972178}">
      <dgm:prSet/>
      <dgm:spPr/>
      <dgm:t>
        <a:bodyPr/>
        <a:lstStyle/>
        <a:p>
          <a:endParaRPr lang="es-PE"/>
        </a:p>
      </dgm:t>
    </dgm:pt>
    <dgm:pt modelId="{CA584618-6C98-4945-ADCB-046901A70CD5}">
      <dgm:prSet phldrT="[Texto]" custT="1"/>
      <dgm:spPr/>
      <dgm:t>
        <a:bodyPr/>
        <a:lstStyle/>
        <a:p>
          <a:r>
            <a:rPr lang="es-ES" sz="1200" dirty="0"/>
            <a:t>Carga de Documentos </a:t>
          </a:r>
          <a:endParaRPr lang="es-PE" sz="1200" dirty="0"/>
        </a:p>
      </dgm:t>
    </dgm:pt>
    <dgm:pt modelId="{58CA826A-5FED-45F4-8F65-B06248CCEDCD}" type="parTrans" cxnId="{9E214BCB-A750-4C8B-BF31-D808473F2803}">
      <dgm:prSet/>
      <dgm:spPr/>
      <dgm:t>
        <a:bodyPr/>
        <a:lstStyle/>
        <a:p>
          <a:endParaRPr lang="es-PE"/>
        </a:p>
      </dgm:t>
    </dgm:pt>
    <dgm:pt modelId="{C75885C4-88CB-4A1F-BE37-8A0129839D8E}" type="sibTrans" cxnId="{9E214BCB-A750-4C8B-BF31-D808473F2803}">
      <dgm:prSet/>
      <dgm:spPr/>
      <dgm:t>
        <a:bodyPr/>
        <a:lstStyle/>
        <a:p>
          <a:endParaRPr lang="es-PE"/>
        </a:p>
      </dgm:t>
    </dgm:pt>
    <dgm:pt modelId="{16642E34-2DB1-45B3-B9F5-5E3589CFF507}">
      <dgm:prSet phldrT="[Texto]" custT="1"/>
      <dgm:spPr/>
      <dgm:t>
        <a:bodyPr/>
        <a:lstStyle/>
        <a:p>
          <a:r>
            <a:rPr lang="es-ES" sz="1200" dirty="0"/>
            <a:t>Aprobación de Documentos</a:t>
          </a:r>
          <a:endParaRPr lang="es-PE" sz="1200" dirty="0"/>
        </a:p>
      </dgm:t>
    </dgm:pt>
    <dgm:pt modelId="{98ED01A7-4602-49C3-B4F0-F4F0CD070AC9}" type="parTrans" cxnId="{72D67170-A85F-48D9-836A-FF49AD24A14C}">
      <dgm:prSet/>
      <dgm:spPr/>
      <dgm:t>
        <a:bodyPr/>
        <a:lstStyle/>
        <a:p>
          <a:endParaRPr lang="es-PE"/>
        </a:p>
      </dgm:t>
    </dgm:pt>
    <dgm:pt modelId="{1D316A28-B875-4044-AE0C-23AB717DD5D5}" type="sibTrans" cxnId="{72D67170-A85F-48D9-836A-FF49AD24A14C}">
      <dgm:prSet/>
      <dgm:spPr/>
      <dgm:t>
        <a:bodyPr/>
        <a:lstStyle/>
        <a:p>
          <a:endParaRPr lang="es-PE"/>
        </a:p>
      </dgm:t>
    </dgm:pt>
    <dgm:pt modelId="{BE663516-F405-4493-8475-AA09FFA2716F}">
      <dgm:prSet phldrT="[Texto]" custT="1"/>
      <dgm:spPr/>
      <dgm:t>
        <a:bodyPr/>
        <a:lstStyle/>
        <a:p>
          <a:r>
            <a:rPr lang="es-ES" sz="1200" dirty="0"/>
            <a:t>Emisión de </a:t>
          </a:r>
          <a:r>
            <a:rPr lang="es-ES" sz="1200" dirty="0" err="1"/>
            <a:t>Fotocheck</a:t>
          </a:r>
          <a:r>
            <a:rPr lang="es-ES" sz="1200" dirty="0"/>
            <a:t> Virtual</a:t>
          </a:r>
          <a:endParaRPr lang="es-PE" sz="1400" dirty="0"/>
        </a:p>
      </dgm:t>
    </dgm:pt>
    <dgm:pt modelId="{F773E308-8E79-45B0-BDBC-893D931EA749}" type="parTrans" cxnId="{4758131A-19B3-4EE0-B780-8E5AD2639984}">
      <dgm:prSet/>
      <dgm:spPr/>
      <dgm:t>
        <a:bodyPr/>
        <a:lstStyle/>
        <a:p>
          <a:endParaRPr lang="es-PE"/>
        </a:p>
      </dgm:t>
    </dgm:pt>
    <dgm:pt modelId="{07B88E34-C30D-46C9-9B65-33D33B2C4726}" type="sibTrans" cxnId="{4758131A-19B3-4EE0-B780-8E5AD2639984}">
      <dgm:prSet/>
      <dgm:spPr/>
      <dgm:t>
        <a:bodyPr/>
        <a:lstStyle/>
        <a:p>
          <a:endParaRPr lang="es-PE"/>
        </a:p>
      </dgm:t>
    </dgm:pt>
    <dgm:pt modelId="{01D25C7E-138A-4AD6-8266-E9272E4C72B6}" type="pres">
      <dgm:prSet presAssocID="{086011AC-D295-49AC-972C-7221A48F5A28}" presName="Name0" presStyleCnt="0">
        <dgm:presLayoutVars>
          <dgm:dir/>
          <dgm:animLvl val="lvl"/>
          <dgm:resizeHandles val="exact"/>
        </dgm:presLayoutVars>
      </dgm:prSet>
      <dgm:spPr/>
    </dgm:pt>
    <dgm:pt modelId="{80EEA511-1765-493E-843C-69B06074D171}" type="pres">
      <dgm:prSet presAssocID="{167A2456-794A-4A92-8ECA-5713B7EDE48F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4D778FCD-9D49-4DD6-8A1A-15178A3D998D}" type="pres">
      <dgm:prSet presAssocID="{C5B5AD90-F53E-4FD3-AB60-2F7EFC36DC96}" presName="parTxOnlySpace" presStyleCnt="0"/>
      <dgm:spPr/>
    </dgm:pt>
    <dgm:pt modelId="{FFE307B7-92FA-4C8F-85A8-623EE1E8D4E5}" type="pres">
      <dgm:prSet presAssocID="{3172B72C-20FB-4455-93BE-C0245AA372DC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47E95129-07BC-487F-91CA-B31DFFCE616B}" type="pres">
      <dgm:prSet presAssocID="{E93FFE13-24AF-4025-B8B6-E7BAB07C00BD}" presName="parTxOnlySpace" presStyleCnt="0"/>
      <dgm:spPr/>
    </dgm:pt>
    <dgm:pt modelId="{67E8EA72-6F14-4BA4-84FE-15BA09DF9A46}" type="pres">
      <dgm:prSet presAssocID="{E7509E16-D668-42D3-8EB8-0F82FCDECCC2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53EFC95-BAA1-4AF2-9108-BAD6CDD8AB94}" type="pres">
      <dgm:prSet presAssocID="{3502E1A2-3202-4AF2-A00E-82180E4C7815}" presName="parTxOnlySpace" presStyleCnt="0"/>
      <dgm:spPr/>
    </dgm:pt>
    <dgm:pt modelId="{5FAD4A21-7DA4-4DF5-A3F8-BE119D0B3E89}" type="pres">
      <dgm:prSet presAssocID="{CA584618-6C98-4945-ADCB-046901A70CD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B41ABF8-A89C-4E5A-9F14-4E0E38AFFA0E}" type="pres">
      <dgm:prSet presAssocID="{C75885C4-88CB-4A1F-BE37-8A0129839D8E}" presName="parTxOnlySpace" presStyleCnt="0"/>
      <dgm:spPr/>
    </dgm:pt>
    <dgm:pt modelId="{4332DFE0-9EC2-4A5F-8870-1BCD3FF6FA02}" type="pres">
      <dgm:prSet presAssocID="{16642E34-2DB1-45B3-B9F5-5E3589CFF507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033F734C-308D-4B35-8AA9-E06B55A901D4}" type="pres">
      <dgm:prSet presAssocID="{1D316A28-B875-4044-AE0C-23AB717DD5D5}" presName="parTxOnlySpace" presStyleCnt="0"/>
      <dgm:spPr/>
    </dgm:pt>
    <dgm:pt modelId="{2CF6C37E-7314-45E9-9F53-3A7F623A7994}" type="pres">
      <dgm:prSet presAssocID="{BE663516-F405-4493-8475-AA09FFA2716F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4758131A-19B3-4EE0-B780-8E5AD2639984}" srcId="{086011AC-D295-49AC-972C-7221A48F5A28}" destId="{BE663516-F405-4493-8475-AA09FFA2716F}" srcOrd="5" destOrd="0" parTransId="{F773E308-8E79-45B0-BDBC-893D931EA749}" sibTransId="{07B88E34-C30D-46C9-9B65-33D33B2C4726}"/>
    <dgm:cxn modelId="{36D04322-D440-4C58-9E56-47146A88F368}" type="presOf" srcId="{3172B72C-20FB-4455-93BE-C0245AA372DC}" destId="{FFE307B7-92FA-4C8F-85A8-623EE1E8D4E5}" srcOrd="0" destOrd="0" presId="urn:microsoft.com/office/officeart/2005/8/layout/chevron1"/>
    <dgm:cxn modelId="{165F3D34-DBF5-4B52-B2AB-C24BDA3B3F14}" type="presOf" srcId="{16642E34-2DB1-45B3-B9F5-5E3589CFF507}" destId="{4332DFE0-9EC2-4A5F-8870-1BCD3FF6FA02}" srcOrd="0" destOrd="0" presId="urn:microsoft.com/office/officeart/2005/8/layout/chevron1"/>
    <dgm:cxn modelId="{54202D41-6FF6-4DDD-8C8E-D532D3F13057}" type="presOf" srcId="{BE663516-F405-4493-8475-AA09FFA2716F}" destId="{2CF6C37E-7314-45E9-9F53-3A7F623A7994}" srcOrd="0" destOrd="0" presId="urn:microsoft.com/office/officeart/2005/8/layout/chevron1"/>
    <dgm:cxn modelId="{BCB96767-4C04-4181-9EA0-1E1CFAA649AD}" srcId="{086011AC-D295-49AC-972C-7221A48F5A28}" destId="{3172B72C-20FB-4455-93BE-C0245AA372DC}" srcOrd="1" destOrd="0" parTransId="{0D313DBD-859D-46F1-AD91-77BAF1E59A43}" sibTransId="{E93FFE13-24AF-4025-B8B6-E7BAB07C00BD}"/>
    <dgm:cxn modelId="{72D67170-A85F-48D9-836A-FF49AD24A14C}" srcId="{086011AC-D295-49AC-972C-7221A48F5A28}" destId="{16642E34-2DB1-45B3-B9F5-5E3589CFF507}" srcOrd="4" destOrd="0" parTransId="{98ED01A7-4602-49C3-B4F0-F4F0CD070AC9}" sibTransId="{1D316A28-B875-4044-AE0C-23AB717DD5D5}"/>
    <dgm:cxn modelId="{2F20D5B0-9CE6-4B02-A379-760358339D56}" type="presOf" srcId="{167A2456-794A-4A92-8ECA-5713B7EDE48F}" destId="{80EEA511-1765-493E-843C-69B06074D171}" srcOrd="0" destOrd="0" presId="urn:microsoft.com/office/officeart/2005/8/layout/chevron1"/>
    <dgm:cxn modelId="{F2AAA3C7-542D-45CD-AB5F-A103DC972178}" srcId="{086011AC-D295-49AC-972C-7221A48F5A28}" destId="{E7509E16-D668-42D3-8EB8-0F82FCDECCC2}" srcOrd="2" destOrd="0" parTransId="{1BB79308-8FD1-44B5-8B3A-9484F839C576}" sibTransId="{3502E1A2-3202-4AF2-A00E-82180E4C7815}"/>
    <dgm:cxn modelId="{9E214BCB-A750-4C8B-BF31-D808473F2803}" srcId="{086011AC-D295-49AC-972C-7221A48F5A28}" destId="{CA584618-6C98-4945-ADCB-046901A70CD5}" srcOrd="3" destOrd="0" parTransId="{58CA826A-5FED-45F4-8F65-B06248CCEDCD}" sibTransId="{C75885C4-88CB-4A1F-BE37-8A0129839D8E}"/>
    <dgm:cxn modelId="{ABAAFFDA-8321-4133-8055-72C4F542F05B}" type="presOf" srcId="{086011AC-D295-49AC-972C-7221A48F5A28}" destId="{01D25C7E-138A-4AD6-8266-E9272E4C72B6}" srcOrd="0" destOrd="0" presId="urn:microsoft.com/office/officeart/2005/8/layout/chevron1"/>
    <dgm:cxn modelId="{4549EDF0-4D19-4A33-ACF7-E31CE3E2ECAC}" srcId="{086011AC-D295-49AC-972C-7221A48F5A28}" destId="{167A2456-794A-4A92-8ECA-5713B7EDE48F}" srcOrd="0" destOrd="0" parTransId="{7DBF4565-07EF-4D79-9EF8-1A8536F47E45}" sibTransId="{C5B5AD90-F53E-4FD3-AB60-2F7EFC36DC96}"/>
    <dgm:cxn modelId="{A61AC8FC-B771-45FB-B3B0-C31081484232}" type="presOf" srcId="{CA584618-6C98-4945-ADCB-046901A70CD5}" destId="{5FAD4A21-7DA4-4DF5-A3F8-BE119D0B3E89}" srcOrd="0" destOrd="0" presId="urn:microsoft.com/office/officeart/2005/8/layout/chevron1"/>
    <dgm:cxn modelId="{287387FD-D2C5-4DC2-85CC-F35445C305C8}" type="presOf" srcId="{E7509E16-D668-42D3-8EB8-0F82FCDECCC2}" destId="{67E8EA72-6F14-4BA4-84FE-15BA09DF9A46}" srcOrd="0" destOrd="0" presId="urn:microsoft.com/office/officeart/2005/8/layout/chevron1"/>
    <dgm:cxn modelId="{903C8570-C0E1-4AEA-A746-F86B9A264F87}" type="presParOf" srcId="{01D25C7E-138A-4AD6-8266-E9272E4C72B6}" destId="{80EEA511-1765-493E-843C-69B06074D171}" srcOrd="0" destOrd="0" presId="urn:microsoft.com/office/officeart/2005/8/layout/chevron1"/>
    <dgm:cxn modelId="{6E9D869B-E46B-4D04-A99F-7BF18BD5E6AF}" type="presParOf" srcId="{01D25C7E-138A-4AD6-8266-E9272E4C72B6}" destId="{4D778FCD-9D49-4DD6-8A1A-15178A3D998D}" srcOrd="1" destOrd="0" presId="urn:microsoft.com/office/officeart/2005/8/layout/chevron1"/>
    <dgm:cxn modelId="{91E4186C-BB1D-4E35-B13B-61C53DFE8D44}" type="presParOf" srcId="{01D25C7E-138A-4AD6-8266-E9272E4C72B6}" destId="{FFE307B7-92FA-4C8F-85A8-623EE1E8D4E5}" srcOrd="2" destOrd="0" presId="urn:microsoft.com/office/officeart/2005/8/layout/chevron1"/>
    <dgm:cxn modelId="{44190254-32CA-4454-931B-13A2C7F5A81F}" type="presParOf" srcId="{01D25C7E-138A-4AD6-8266-E9272E4C72B6}" destId="{47E95129-07BC-487F-91CA-B31DFFCE616B}" srcOrd="3" destOrd="0" presId="urn:microsoft.com/office/officeart/2005/8/layout/chevron1"/>
    <dgm:cxn modelId="{23302240-815E-4647-83A4-8E11D9F7C9CA}" type="presParOf" srcId="{01D25C7E-138A-4AD6-8266-E9272E4C72B6}" destId="{67E8EA72-6F14-4BA4-84FE-15BA09DF9A46}" srcOrd="4" destOrd="0" presId="urn:microsoft.com/office/officeart/2005/8/layout/chevron1"/>
    <dgm:cxn modelId="{B1E389B4-EB25-4FBE-A310-0ECFED93D413}" type="presParOf" srcId="{01D25C7E-138A-4AD6-8266-E9272E4C72B6}" destId="{E53EFC95-BAA1-4AF2-9108-BAD6CDD8AB94}" srcOrd="5" destOrd="0" presId="urn:microsoft.com/office/officeart/2005/8/layout/chevron1"/>
    <dgm:cxn modelId="{9219E942-2AD8-45B2-9C2A-7D1C741D6BDD}" type="presParOf" srcId="{01D25C7E-138A-4AD6-8266-E9272E4C72B6}" destId="{5FAD4A21-7DA4-4DF5-A3F8-BE119D0B3E89}" srcOrd="6" destOrd="0" presId="urn:microsoft.com/office/officeart/2005/8/layout/chevron1"/>
    <dgm:cxn modelId="{50FE0383-0578-4F7D-8E39-8CED2C8331A8}" type="presParOf" srcId="{01D25C7E-138A-4AD6-8266-E9272E4C72B6}" destId="{8B41ABF8-A89C-4E5A-9F14-4E0E38AFFA0E}" srcOrd="7" destOrd="0" presId="urn:microsoft.com/office/officeart/2005/8/layout/chevron1"/>
    <dgm:cxn modelId="{B5F62DB1-63F9-49B0-ADAB-7FD59DD8DD18}" type="presParOf" srcId="{01D25C7E-138A-4AD6-8266-E9272E4C72B6}" destId="{4332DFE0-9EC2-4A5F-8870-1BCD3FF6FA02}" srcOrd="8" destOrd="0" presId="urn:microsoft.com/office/officeart/2005/8/layout/chevron1"/>
    <dgm:cxn modelId="{216414DE-83FB-4914-85C2-8E1B249A5CA2}" type="presParOf" srcId="{01D25C7E-138A-4AD6-8266-E9272E4C72B6}" destId="{033F734C-308D-4B35-8AA9-E06B55A901D4}" srcOrd="9" destOrd="0" presId="urn:microsoft.com/office/officeart/2005/8/layout/chevron1"/>
    <dgm:cxn modelId="{18063403-45CD-4CAF-A9ED-C4DBAA2A8674}" type="presParOf" srcId="{01D25C7E-138A-4AD6-8266-E9272E4C72B6}" destId="{2CF6C37E-7314-45E9-9F53-3A7F623A7994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86011AC-D295-49AC-972C-7221A48F5A28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3172B72C-20FB-4455-93BE-C0245AA372DC}">
      <dgm:prSet phldrT="[Texto]" custT="1"/>
      <dgm:spPr/>
      <dgm:t>
        <a:bodyPr/>
        <a:lstStyle/>
        <a:p>
          <a:r>
            <a:rPr lang="es-ES" sz="1200" dirty="0"/>
            <a:t>Carga de Documentos</a:t>
          </a:r>
          <a:endParaRPr lang="es-PE" sz="1200" dirty="0"/>
        </a:p>
      </dgm:t>
    </dgm:pt>
    <dgm:pt modelId="{0D313DBD-859D-46F1-AD91-77BAF1E59A43}" type="parTrans" cxnId="{BCB96767-4C04-4181-9EA0-1E1CFAA649AD}">
      <dgm:prSet/>
      <dgm:spPr/>
      <dgm:t>
        <a:bodyPr/>
        <a:lstStyle/>
        <a:p>
          <a:endParaRPr lang="es-PE"/>
        </a:p>
      </dgm:t>
    </dgm:pt>
    <dgm:pt modelId="{E93FFE13-24AF-4025-B8B6-E7BAB07C00BD}" type="sibTrans" cxnId="{BCB96767-4C04-4181-9EA0-1E1CFAA649AD}">
      <dgm:prSet/>
      <dgm:spPr/>
      <dgm:t>
        <a:bodyPr/>
        <a:lstStyle/>
        <a:p>
          <a:endParaRPr lang="es-PE"/>
        </a:p>
      </dgm:t>
    </dgm:pt>
    <dgm:pt modelId="{E7509E16-D668-42D3-8EB8-0F82FCDECCC2}">
      <dgm:prSet phldrT="[Texto]" custT="1"/>
      <dgm:spPr/>
      <dgm:t>
        <a:bodyPr/>
        <a:lstStyle/>
        <a:p>
          <a:r>
            <a:rPr lang="es-ES" sz="1200" dirty="0"/>
            <a:t>Verificación de Documentos</a:t>
          </a:r>
          <a:endParaRPr lang="es-PE" sz="1200" dirty="0"/>
        </a:p>
      </dgm:t>
    </dgm:pt>
    <dgm:pt modelId="{1BB79308-8FD1-44B5-8B3A-9484F839C576}" type="parTrans" cxnId="{F2AAA3C7-542D-45CD-AB5F-A103DC972178}">
      <dgm:prSet/>
      <dgm:spPr/>
      <dgm:t>
        <a:bodyPr/>
        <a:lstStyle/>
        <a:p>
          <a:endParaRPr lang="es-PE"/>
        </a:p>
      </dgm:t>
    </dgm:pt>
    <dgm:pt modelId="{3502E1A2-3202-4AF2-A00E-82180E4C7815}" type="sibTrans" cxnId="{F2AAA3C7-542D-45CD-AB5F-A103DC972178}">
      <dgm:prSet/>
      <dgm:spPr/>
      <dgm:t>
        <a:bodyPr/>
        <a:lstStyle/>
        <a:p>
          <a:endParaRPr lang="es-PE"/>
        </a:p>
      </dgm:t>
    </dgm:pt>
    <dgm:pt modelId="{CA584618-6C98-4945-ADCB-046901A70CD5}">
      <dgm:prSet phldrT="[Texto]" custT="1"/>
      <dgm:spPr/>
      <dgm:t>
        <a:bodyPr/>
        <a:lstStyle/>
        <a:p>
          <a:r>
            <a:rPr lang="es-ES" sz="1200" dirty="0"/>
            <a:t>Notificación de Resultados</a:t>
          </a:r>
          <a:endParaRPr lang="es-PE" sz="1200" dirty="0"/>
        </a:p>
      </dgm:t>
    </dgm:pt>
    <dgm:pt modelId="{58CA826A-5FED-45F4-8F65-B06248CCEDCD}" type="parTrans" cxnId="{9E214BCB-A750-4C8B-BF31-D808473F2803}">
      <dgm:prSet/>
      <dgm:spPr/>
      <dgm:t>
        <a:bodyPr/>
        <a:lstStyle/>
        <a:p>
          <a:endParaRPr lang="es-PE"/>
        </a:p>
      </dgm:t>
    </dgm:pt>
    <dgm:pt modelId="{C75885C4-88CB-4A1F-BE37-8A0129839D8E}" type="sibTrans" cxnId="{9E214BCB-A750-4C8B-BF31-D808473F2803}">
      <dgm:prSet/>
      <dgm:spPr/>
      <dgm:t>
        <a:bodyPr/>
        <a:lstStyle/>
        <a:p>
          <a:endParaRPr lang="es-PE"/>
        </a:p>
      </dgm:t>
    </dgm:pt>
    <dgm:pt modelId="{16642E34-2DB1-45B3-B9F5-5E3589CFF507}">
      <dgm:prSet phldrT="[Texto]" custT="1"/>
      <dgm:spPr/>
      <dgm:t>
        <a:bodyPr/>
        <a:lstStyle/>
        <a:p>
          <a:r>
            <a:rPr lang="es-ES" sz="1200" dirty="0"/>
            <a:t>Regularización de Observaciones</a:t>
          </a:r>
          <a:endParaRPr lang="es-PE" sz="1200" dirty="0"/>
        </a:p>
      </dgm:t>
    </dgm:pt>
    <dgm:pt modelId="{98ED01A7-4602-49C3-B4F0-F4F0CD070AC9}" type="parTrans" cxnId="{72D67170-A85F-48D9-836A-FF49AD24A14C}">
      <dgm:prSet/>
      <dgm:spPr/>
      <dgm:t>
        <a:bodyPr/>
        <a:lstStyle/>
        <a:p>
          <a:endParaRPr lang="es-PE"/>
        </a:p>
      </dgm:t>
    </dgm:pt>
    <dgm:pt modelId="{1D316A28-B875-4044-AE0C-23AB717DD5D5}" type="sibTrans" cxnId="{72D67170-A85F-48D9-836A-FF49AD24A14C}">
      <dgm:prSet/>
      <dgm:spPr/>
      <dgm:t>
        <a:bodyPr/>
        <a:lstStyle/>
        <a:p>
          <a:endParaRPr lang="es-PE"/>
        </a:p>
      </dgm:t>
    </dgm:pt>
    <dgm:pt modelId="{BE663516-F405-4493-8475-AA09FFA2716F}">
      <dgm:prSet phldrT="[Texto]" custT="1"/>
      <dgm:spPr/>
      <dgm:t>
        <a:bodyPr/>
        <a:lstStyle/>
        <a:p>
          <a:r>
            <a:rPr lang="es-ES" sz="1200" dirty="0"/>
            <a:t>Comunicación al Gestor</a:t>
          </a:r>
          <a:endParaRPr lang="es-PE" sz="1200" dirty="0"/>
        </a:p>
      </dgm:t>
    </dgm:pt>
    <dgm:pt modelId="{F773E308-8E79-45B0-BDBC-893D931EA749}" type="parTrans" cxnId="{4758131A-19B3-4EE0-B780-8E5AD2639984}">
      <dgm:prSet/>
      <dgm:spPr/>
      <dgm:t>
        <a:bodyPr/>
        <a:lstStyle/>
        <a:p>
          <a:endParaRPr lang="es-PE"/>
        </a:p>
      </dgm:t>
    </dgm:pt>
    <dgm:pt modelId="{07B88E34-C30D-46C9-9B65-33D33B2C4726}" type="sibTrans" cxnId="{4758131A-19B3-4EE0-B780-8E5AD2639984}">
      <dgm:prSet/>
      <dgm:spPr/>
      <dgm:t>
        <a:bodyPr/>
        <a:lstStyle/>
        <a:p>
          <a:endParaRPr lang="es-PE"/>
        </a:p>
      </dgm:t>
    </dgm:pt>
    <dgm:pt modelId="{32F6D6C2-714A-4738-974A-3EF2DE345B60}" type="pres">
      <dgm:prSet presAssocID="{086011AC-D295-49AC-972C-7221A48F5A28}" presName="Name0" presStyleCnt="0">
        <dgm:presLayoutVars>
          <dgm:dir/>
          <dgm:animLvl val="lvl"/>
          <dgm:resizeHandles val="exact"/>
        </dgm:presLayoutVars>
      </dgm:prSet>
      <dgm:spPr/>
    </dgm:pt>
    <dgm:pt modelId="{A53943FF-E0A9-4717-8B26-4BDFCF530C8C}" type="pres">
      <dgm:prSet presAssocID="{3172B72C-20FB-4455-93BE-C0245AA372DC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16C51CD5-C14A-455A-B878-171CB96BDE39}" type="pres">
      <dgm:prSet presAssocID="{E93FFE13-24AF-4025-B8B6-E7BAB07C00BD}" presName="parTxOnlySpace" presStyleCnt="0"/>
      <dgm:spPr/>
    </dgm:pt>
    <dgm:pt modelId="{957E36BC-13DC-46F3-9B16-55246B5F1340}" type="pres">
      <dgm:prSet presAssocID="{E7509E16-D668-42D3-8EB8-0F82FCDECCC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30D3AC7-49A7-4DF0-955A-C3321E33D7CC}" type="pres">
      <dgm:prSet presAssocID="{3502E1A2-3202-4AF2-A00E-82180E4C7815}" presName="parTxOnlySpace" presStyleCnt="0"/>
      <dgm:spPr/>
    </dgm:pt>
    <dgm:pt modelId="{1424AD69-BDEE-41F8-9B61-7D00334C66C5}" type="pres">
      <dgm:prSet presAssocID="{CA584618-6C98-4945-ADCB-046901A70CD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3DE9A8-C4C7-4AB0-AC2B-A9CF175EBC94}" type="pres">
      <dgm:prSet presAssocID="{C75885C4-88CB-4A1F-BE37-8A0129839D8E}" presName="parTxOnlySpace" presStyleCnt="0"/>
      <dgm:spPr/>
    </dgm:pt>
    <dgm:pt modelId="{FD611C83-0B03-4D74-9ED6-57907A9F6CF3}" type="pres">
      <dgm:prSet presAssocID="{16642E34-2DB1-45B3-B9F5-5E3589CFF507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AA0038F0-2B9B-43FA-B808-E51E9E80BE1D}" type="pres">
      <dgm:prSet presAssocID="{1D316A28-B875-4044-AE0C-23AB717DD5D5}" presName="parTxOnlySpace" presStyleCnt="0"/>
      <dgm:spPr/>
    </dgm:pt>
    <dgm:pt modelId="{E87270FB-6953-4253-B51A-31179F5FC6A3}" type="pres">
      <dgm:prSet presAssocID="{BE663516-F405-4493-8475-AA09FFA2716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758131A-19B3-4EE0-B780-8E5AD2639984}" srcId="{086011AC-D295-49AC-972C-7221A48F5A28}" destId="{BE663516-F405-4493-8475-AA09FFA2716F}" srcOrd="4" destOrd="0" parTransId="{F773E308-8E79-45B0-BDBC-893D931EA749}" sibTransId="{07B88E34-C30D-46C9-9B65-33D33B2C4726}"/>
    <dgm:cxn modelId="{CBB6DA33-ACB1-412B-8DC9-1368C6DB2A16}" type="presOf" srcId="{E7509E16-D668-42D3-8EB8-0F82FCDECCC2}" destId="{957E36BC-13DC-46F3-9B16-55246B5F1340}" srcOrd="0" destOrd="0" presId="urn:microsoft.com/office/officeart/2005/8/layout/chevron1"/>
    <dgm:cxn modelId="{BCB96767-4C04-4181-9EA0-1E1CFAA649AD}" srcId="{086011AC-D295-49AC-972C-7221A48F5A28}" destId="{3172B72C-20FB-4455-93BE-C0245AA372DC}" srcOrd="0" destOrd="0" parTransId="{0D313DBD-859D-46F1-AD91-77BAF1E59A43}" sibTransId="{E93FFE13-24AF-4025-B8B6-E7BAB07C00BD}"/>
    <dgm:cxn modelId="{1DBD6E70-116C-4AF4-86FC-A9C6AFCC68A8}" type="presOf" srcId="{CA584618-6C98-4945-ADCB-046901A70CD5}" destId="{1424AD69-BDEE-41F8-9B61-7D00334C66C5}" srcOrd="0" destOrd="0" presId="urn:microsoft.com/office/officeart/2005/8/layout/chevron1"/>
    <dgm:cxn modelId="{72D67170-A85F-48D9-836A-FF49AD24A14C}" srcId="{086011AC-D295-49AC-972C-7221A48F5A28}" destId="{16642E34-2DB1-45B3-B9F5-5E3589CFF507}" srcOrd="3" destOrd="0" parTransId="{98ED01A7-4602-49C3-B4F0-F4F0CD070AC9}" sibTransId="{1D316A28-B875-4044-AE0C-23AB717DD5D5}"/>
    <dgm:cxn modelId="{BB24387D-102F-4353-8E69-712C72F083B7}" type="presOf" srcId="{16642E34-2DB1-45B3-B9F5-5E3589CFF507}" destId="{FD611C83-0B03-4D74-9ED6-57907A9F6CF3}" srcOrd="0" destOrd="0" presId="urn:microsoft.com/office/officeart/2005/8/layout/chevron1"/>
    <dgm:cxn modelId="{B6B095AF-09C6-414E-9005-91CE873CAB20}" type="presOf" srcId="{BE663516-F405-4493-8475-AA09FFA2716F}" destId="{E87270FB-6953-4253-B51A-31179F5FC6A3}" srcOrd="0" destOrd="0" presId="urn:microsoft.com/office/officeart/2005/8/layout/chevron1"/>
    <dgm:cxn modelId="{F2AAA3C7-542D-45CD-AB5F-A103DC972178}" srcId="{086011AC-D295-49AC-972C-7221A48F5A28}" destId="{E7509E16-D668-42D3-8EB8-0F82FCDECCC2}" srcOrd="1" destOrd="0" parTransId="{1BB79308-8FD1-44B5-8B3A-9484F839C576}" sibTransId="{3502E1A2-3202-4AF2-A00E-82180E4C7815}"/>
    <dgm:cxn modelId="{9E214BCB-A750-4C8B-BF31-D808473F2803}" srcId="{086011AC-D295-49AC-972C-7221A48F5A28}" destId="{CA584618-6C98-4945-ADCB-046901A70CD5}" srcOrd="2" destOrd="0" parTransId="{58CA826A-5FED-45F4-8F65-B06248CCEDCD}" sibTransId="{C75885C4-88CB-4A1F-BE37-8A0129839D8E}"/>
    <dgm:cxn modelId="{B66635CF-7BED-4D7F-8D78-ECBD831B2DC9}" type="presOf" srcId="{3172B72C-20FB-4455-93BE-C0245AA372DC}" destId="{A53943FF-E0A9-4717-8B26-4BDFCF530C8C}" srcOrd="0" destOrd="0" presId="urn:microsoft.com/office/officeart/2005/8/layout/chevron1"/>
    <dgm:cxn modelId="{80CA2DFB-F359-4104-AFDD-B08AE3924DEE}" type="presOf" srcId="{086011AC-D295-49AC-972C-7221A48F5A28}" destId="{32F6D6C2-714A-4738-974A-3EF2DE345B60}" srcOrd="0" destOrd="0" presId="urn:microsoft.com/office/officeart/2005/8/layout/chevron1"/>
    <dgm:cxn modelId="{88B1BB65-7675-494E-84D7-522DF10700EA}" type="presParOf" srcId="{32F6D6C2-714A-4738-974A-3EF2DE345B60}" destId="{A53943FF-E0A9-4717-8B26-4BDFCF530C8C}" srcOrd="0" destOrd="0" presId="urn:microsoft.com/office/officeart/2005/8/layout/chevron1"/>
    <dgm:cxn modelId="{97BFF518-8AD9-4155-A97F-EAAE040B444F}" type="presParOf" srcId="{32F6D6C2-714A-4738-974A-3EF2DE345B60}" destId="{16C51CD5-C14A-455A-B878-171CB96BDE39}" srcOrd="1" destOrd="0" presId="urn:microsoft.com/office/officeart/2005/8/layout/chevron1"/>
    <dgm:cxn modelId="{4BC7B05B-095B-438D-98B1-62E4D78B7D1E}" type="presParOf" srcId="{32F6D6C2-714A-4738-974A-3EF2DE345B60}" destId="{957E36BC-13DC-46F3-9B16-55246B5F1340}" srcOrd="2" destOrd="0" presId="urn:microsoft.com/office/officeart/2005/8/layout/chevron1"/>
    <dgm:cxn modelId="{37660B65-5E69-4AC7-AF8C-C26CCF3EC67A}" type="presParOf" srcId="{32F6D6C2-714A-4738-974A-3EF2DE345B60}" destId="{030D3AC7-49A7-4DF0-955A-C3321E33D7CC}" srcOrd="3" destOrd="0" presId="urn:microsoft.com/office/officeart/2005/8/layout/chevron1"/>
    <dgm:cxn modelId="{34DEAC7C-C4CA-4439-A481-473A8C3D7796}" type="presParOf" srcId="{32F6D6C2-714A-4738-974A-3EF2DE345B60}" destId="{1424AD69-BDEE-41F8-9B61-7D00334C66C5}" srcOrd="4" destOrd="0" presId="urn:microsoft.com/office/officeart/2005/8/layout/chevron1"/>
    <dgm:cxn modelId="{73B3B81D-9187-45AC-9411-BCEB264CC9A6}" type="presParOf" srcId="{32F6D6C2-714A-4738-974A-3EF2DE345B60}" destId="{0C3DE9A8-C4C7-4AB0-AC2B-A9CF175EBC94}" srcOrd="5" destOrd="0" presId="urn:microsoft.com/office/officeart/2005/8/layout/chevron1"/>
    <dgm:cxn modelId="{AF870C37-5DED-44A4-8DDC-C8566EBBCCD1}" type="presParOf" srcId="{32F6D6C2-714A-4738-974A-3EF2DE345B60}" destId="{FD611C83-0B03-4D74-9ED6-57907A9F6CF3}" srcOrd="6" destOrd="0" presId="urn:microsoft.com/office/officeart/2005/8/layout/chevron1"/>
    <dgm:cxn modelId="{A55A4BDD-20BD-4B88-84FA-BCD29F75BCB3}" type="presParOf" srcId="{32F6D6C2-714A-4738-974A-3EF2DE345B60}" destId="{AA0038F0-2B9B-43FA-B808-E51E9E80BE1D}" srcOrd="7" destOrd="0" presId="urn:microsoft.com/office/officeart/2005/8/layout/chevron1"/>
    <dgm:cxn modelId="{0DC62C7A-FCF2-45DD-A1CC-5A9422DBCF0C}" type="presParOf" srcId="{32F6D6C2-714A-4738-974A-3EF2DE345B60}" destId="{E87270FB-6953-4253-B51A-31179F5FC6A3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43D2FD-353C-4C1A-BBFD-C296F642F02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6AB5D47-6B53-442A-B389-DBE82B9CB119}">
      <dgm:prSet custT="1"/>
      <dgm:spPr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rtl="0"/>
          <a:r>
            <a:rPr lang="es-PE" sz="3100" b="1" kern="1200" dirty="0"/>
            <a:t>Proceso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Licitación</a:t>
          </a:r>
        </a:p>
      </dgm:t>
    </dgm:pt>
    <dgm:pt modelId="{4E1C1C23-4540-4CAE-BFFB-06F1EF8B1DAE}" type="parTrans" cxnId="{EA6AE582-A31C-450B-9B04-96D1DF48A367}">
      <dgm:prSet/>
      <dgm:spPr/>
      <dgm:t>
        <a:bodyPr/>
        <a:lstStyle/>
        <a:p>
          <a:endParaRPr lang="es-ES"/>
        </a:p>
      </dgm:t>
    </dgm:pt>
    <dgm:pt modelId="{15390780-96CF-48F6-A261-594B6D7F7203}" type="sibTrans" cxnId="{EA6AE582-A31C-450B-9B04-96D1DF48A367}">
      <dgm:prSet/>
      <dgm:spPr/>
      <dgm:t>
        <a:bodyPr/>
        <a:lstStyle/>
        <a:p>
          <a:endParaRPr lang="es-ES"/>
        </a:p>
      </dgm:t>
    </dgm:pt>
    <dgm:pt modelId="{EF77AC78-7202-497E-8DD6-2B38228BB08E}">
      <dgm:prSet/>
      <dgm:spPr/>
      <dgm:t>
        <a:bodyPr/>
        <a:lstStyle/>
        <a:p>
          <a:pPr rtl="0"/>
          <a:r>
            <a:rPr lang="es-PE" b="1" dirty="0"/>
            <a:t>Calificación de Proveedores</a:t>
          </a:r>
          <a:endParaRPr lang="es-PE" dirty="0"/>
        </a:p>
      </dgm:t>
    </dgm:pt>
    <dgm:pt modelId="{2F6A5852-7AB1-4DFE-B609-77DEAB7C309F}" type="parTrans" cxnId="{7EB2AAB1-A25F-4756-88CA-545A741C0D1A}">
      <dgm:prSet/>
      <dgm:spPr/>
      <dgm:t>
        <a:bodyPr/>
        <a:lstStyle/>
        <a:p>
          <a:endParaRPr lang="es-ES"/>
        </a:p>
      </dgm:t>
    </dgm:pt>
    <dgm:pt modelId="{63A9A6F3-243D-4CCF-8210-47E8C109A901}" type="sibTrans" cxnId="{7EB2AAB1-A25F-4756-88CA-545A741C0D1A}">
      <dgm:prSet/>
      <dgm:spPr/>
      <dgm:t>
        <a:bodyPr/>
        <a:lstStyle/>
        <a:p>
          <a:endParaRPr lang="es-ES"/>
        </a:p>
      </dgm:t>
    </dgm:pt>
    <dgm:pt modelId="{0BA45FFC-2D05-4966-A68B-B659388300BA}">
      <dgm:prSet custT="1"/>
      <dgm:spPr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rtl="0"/>
          <a:r>
            <a:rPr lang="es-PE" sz="3100" b="1" kern="1200" dirty="0"/>
            <a:t>Control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Contratistas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</a:t>
          </a:r>
          <a:endParaRPr lang="es-PE" sz="3100" b="1" kern="1200" dirty="0">
            <a:solidFill>
              <a:srgbClr val="F2EAE2"/>
            </a:solidFill>
            <a:latin typeface="Aeonik Pro"/>
            <a:ea typeface="+mn-ea"/>
            <a:cs typeface="+mn-cs"/>
          </a:endParaRPr>
        </a:p>
      </dgm:t>
    </dgm:pt>
    <dgm:pt modelId="{BE9611DD-77CE-4818-AD4E-4CD095A8F1F9}" type="parTrans" cxnId="{CC9A6887-63EE-4FA9-AAAE-25A604C06699}">
      <dgm:prSet/>
      <dgm:spPr/>
      <dgm:t>
        <a:bodyPr/>
        <a:lstStyle/>
        <a:p>
          <a:endParaRPr lang="es-ES"/>
        </a:p>
      </dgm:t>
    </dgm:pt>
    <dgm:pt modelId="{9C6548D4-D1FC-4B3E-B473-435D35BE1599}" type="sibTrans" cxnId="{CC9A6887-63EE-4FA9-AAAE-25A604C06699}">
      <dgm:prSet/>
      <dgm:spPr/>
      <dgm:t>
        <a:bodyPr/>
        <a:lstStyle/>
        <a:p>
          <a:endParaRPr lang="es-ES"/>
        </a:p>
      </dgm:t>
    </dgm:pt>
    <dgm:pt modelId="{92E1BAC0-335F-483D-8168-046D8C9F208A}">
      <dgm:prSet custT="1"/>
      <dgm:spPr>
        <a:solidFill>
          <a:srgbClr val="000000">
            <a:lumMod val="7500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rtl="0"/>
          <a:r>
            <a:rPr lang="es-PE" sz="2800" b="1" dirty="0"/>
            <a:t>Requerimientos de Seguridad </a:t>
          </a:r>
          <a:r>
            <a:rPr lang="es-PE" sz="2400" b="1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dirty="0"/>
            <a:t>  </a:t>
          </a:r>
          <a:endParaRPr lang="es-PE" sz="2800" dirty="0"/>
        </a:p>
      </dgm:t>
    </dgm:pt>
    <dgm:pt modelId="{3A82112B-01EF-4189-9B97-891DE4DEC9DE}" type="sibTrans" cxnId="{F4BBF374-1128-4927-972D-B1EA3D0C7443}">
      <dgm:prSet/>
      <dgm:spPr/>
      <dgm:t>
        <a:bodyPr/>
        <a:lstStyle/>
        <a:p>
          <a:endParaRPr lang="es-ES"/>
        </a:p>
      </dgm:t>
    </dgm:pt>
    <dgm:pt modelId="{AB6D8E42-CE35-48B0-B0CC-A0FB1FD893C6}" type="parTrans" cxnId="{F4BBF374-1128-4927-972D-B1EA3D0C7443}">
      <dgm:prSet/>
      <dgm:spPr/>
      <dgm:t>
        <a:bodyPr/>
        <a:lstStyle/>
        <a:p>
          <a:endParaRPr lang="es-ES"/>
        </a:p>
      </dgm:t>
    </dgm:pt>
    <dgm:pt modelId="{7180574B-1B91-4E55-8855-EC7C990E5F8A}">
      <dgm:prSet custT="1"/>
      <dgm:spPr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81082" tIns="78740" rIns="78740" bIns="78740" numCol="1" spcCol="1270" anchor="ctr" anchorCtr="0"/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Alcance Técnico</a:t>
          </a:r>
        </a:p>
      </dgm:t>
    </dgm:pt>
    <dgm:pt modelId="{49592DFB-57DE-4DC8-B2B0-52CBA7182299}" type="parTrans" cxnId="{25A9D699-6152-4DE9-8236-57AC6A769C1B}">
      <dgm:prSet/>
      <dgm:spPr/>
      <dgm:t>
        <a:bodyPr/>
        <a:lstStyle/>
        <a:p>
          <a:endParaRPr lang="es-ES"/>
        </a:p>
      </dgm:t>
    </dgm:pt>
    <dgm:pt modelId="{20CC6552-44F2-41C7-A553-8464C9875CF8}" type="sibTrans" cxnId="{25A9D699-6152-4DE9-8236-57AC6A769C1B}">
      <dgm:prSet/>
      <dgm:spPr/>
      <dgm:t>
        <a:bodyPr/>
        <a:lstStyle/>
        <a:p>
          <a:endParaRPr lang="es-ES"/>
        </a:p>
      </dgm:t>
    </dgm:pt>
    <dgm:pt modelId="{1951E64C-8844-48FA-8497-3ED1C9A5DFD7}" type="pres">
      <dgm:prSet presAssocID="{8E43D2FD-353C-4C1A-BBFD-C296F642F02F}" presName="Name0" presStyleCnt="0">
        <dgm:presLayoutVars>
          <dgm:chMax val="7"/>
          <dgm:chPref val="7"/>
          <dgm:dir/>
        </dgm:presLayoutVars>
      </dgm:prSet>
      <dgm:spPr/>
    </dgm:pt>
    <dgm:pt modelId="{20354B5A-3CF3-4902-A0DA-80E881F36316}" type="pres">
      <dgm:prSet presAssocID="{8E43D2FD-353C-4C1A-BBFD-C296F642F02F}" presName="Name1" presStyleCnt="0"/>
      <dgm:spPr/>
    </dgm:pt>
    <dgm:pt modelId="{64FAD16A-3598-43C6-BB55-CC339853CA66}" type="pres">
      <dgm:prSet presAssocID="{8E43D2FD-353C-4C1A-BBFD-C296F642F02F}" presName="cycle" presStyleCnt="0"/>
      <dgm:spPr/>
    </dgm:pt>
    <dgm:pt modelId="{C18BD6A6-BA12-4EAC-AE00-CB0BD870D7E7}" type="pres">
      <dgm:prSet presAssocID="{8E43D2FD-353C-4C1A-BBFD-C296F642F02F}" presName="srcNode" presStyleLbl="node1" presStyleIdx="0" presStyleCnt="5"/>
      <dgm:spPr/>
    </dgm:pt>
    <dgm:pt modelId="{FF9CB119-C3D6-4798-B31D-602D9AAA817F}" type="pres">
      <dgm:prSet presAssocID="{8E43D2FD-353C-4C1A-BBFD-C296F642F02F}" presName="conn" presStyleLbl="parChTrans1D2" presStyleIdx="0" presStyleCnt="1"/>
      <dgm:spPr/>
    </dgm:pt>
    <dgm:pt modelId="{5F9A4BC2-5091-45DB-B189-6911FDA5FAF0}" type="pres">
      <dgm:prSet presAssocID="{8E43D2FD-353C-4C1A-BBFD-C296F642F02F}" presName="extraNode" presStyleLbl="node1" presStyleIdx="0" presStyleCnt="5"/>
      <dgm:spPr/>
    </dgm:pt>
    <dgm:pt modelId="{07085D36-31AE-48CB-B7FD-D70532AE8502}" type="pres">
      <dgm:prSet presAssocID="{8E43D2FD-353C-4C1A-BBFD-C296F642F02F}" presName="dstNode" presStyleLbl="node1" presStyleIdx="0" presStyleCnt="5"/>
      <dgm:spPr/>
    </dgm:pt>
    <dgm:pt modelId="{F4414BC9-C91B-4C28-BA7E-17A52B189578}" type="pres">
      <dgm:prSet presAssocID="{36AB5D47-6B53-442A-B389-DBE82B9CB119}" presName="text_1" presStyleLbl="node1" presStyleIdx="0" presStyleCnt="5">
        <dgm:presLayoutVars>
          <dgm:bulletEnabled val="1"/>
        </dgm:presLayoutVars>
      </dgm:prSet>
      <dgm:spPr>
        <a:xfrm>
          <a:off x="456905" y="302849"/>
          <a:ext cx="9592538" cy="606087"/>
        </a:xfrm>
        <a:prstGeom prst="rect">
          <a:avLst/>
        </a:prstGeom>
      </dgm:spPr>
    </dgm:pt>
    <dgm:pt modelId="{E8A249C6-A4D3-4711-9E1C-0E796C0A37E6}" type="pres">
      <dgm:prSet presAssocID="{36AB5D47-6B53-442A-B389-DBE82B9CB119}" presName="accent_1" presStyleCnt="0"/>
      <dgm:spPr/>
    </dgm:pt>
    <dgm:pt modelId="{EBFC7813-C8F2-4C7F-833B-1B11961C8513}" type="pres">
      <dgm:prSet presAssocID="{36AB5D47-6B53-442A-B389-DBE82B9CB119}" presName="accentRepeatNode" presStyleLbl="solidFgAcc1" presStyleIdx="0" presStyleCnt="5"/>
      <dgm:spPr/>
    </dgm:pt>
    <dgm:pt modelId="{93D7F1A6-BCD4-4BB0-BF56-189CBFF9C22C}" type="pres">
      <dgm:prSet presAssocID="{EF77AC78-7202-497E-8DD6-2B38228BB08E}" presName="text_2" presStyleLbl="node1" presStyleIdx="1" presStyleCnt="5">
        <dgm:presLayoutVars>
          <dgm:bulletEnabled val="1"/>
        </dgm:presLayoutVars>
      </dgm:prSet>
      <dgm:spPr/>
    </dgm:pt>
    <dgm:pt modelId="{9449BC77-CEA7-452D-AD1B-7805025E710C}" type="pres">
      <dgm:prSet presAssocID="{EF77AC78-7202-497E-8DD6-2B38228BB08E}" presName="accent_2" presStyleCnt="0"/>
      <dgm:spPr/>
    </dgm:pt>
    <dgm:pt modelId="{45DD9CD2-EB07-494E-8F30-0BF8F4AF73E6}" type="pres">
      <dgm:prSet presAssocID="{EF77AC78-7202-497E-8DD6-2B38228BB08E}" presName="accentRepeatNode" presStyleLbl="solidFgAcc1" presStyleIdx="1" presStyleCnt="5"/>
      <dgm:spPr/>
    </dgm:pt>
    <dgm:pt modelId="{3A0DE696-106D-418F-9CDF-87B96D1C7395}" type="pres">
      <dgm:prSet presAssocID="{7180574B-1B91-4E55-8855-EC7C990E5F8A}" presName="text_3" presStyleLbl="node1" presStyleIdx="2" presStyleCnt="5">
        <dgm:presLayoutVars>
          <dgm:bulletEnabled val="1"/>
        </dgm:presLayoutVars>
      </dgm:prSet>
      <dgm:spPr>
        <a:xfrm>
          <a:off x="1024506" y="2120530"/>
          <a:ext cx="9024937" cy="606087"/>
        </a:xfrm>
        <a:prstGeom prst="rect">
          <a:avLst/>
        </a:prstGeom>
      </dgm:spPr>
    </dgm:pt>
    <dgm:pt modelId="{44D483F1-21CA-485A-B87B-18CBF05C101E}" type="pres">
      <dgm:prSet presAssocID="{7180574B-1B91-4E55-8855-EC7C990E5F8A}" presName="accent_3" presStyleCnt="0"/>
      <dgm:spPr/>
    </dgm:pt>
    <dgm:pt modelId="{340A85CA-D7A9-4757-B953-553340397E65}" type="pres">
      <dgm:prSet presAssocID="{7180574B-1B91-4E55-8855-EC7C990E5F8A}" presName="accentRepeatNode" presStyleLbl="solidFgAcc1" presStyleIdx="2" presStyleCnt="5" custLinFactNeighborX="-2527" custLinFactNeighborY="332"/>
      <dgm:spPr/>
    </dgm:pt>
    <dgm:pt modelId="{56F87E0A-D900-4447-BFCC-47042EF82AE5}" type="pres">
      <dgm:prSet presAssocID="{0BA45FFC-2D05-4966-A68B-B659388300BA}" presName="text_4" presStyleLbl="node1" presStyleIdx="3" presStyleCnt="5">
        <dgm:presLayoutVars>
          <dgm:bulletEnabled val="1"/>
        </dgm:presLayoutVars>
      </dgm:prSet>
      <dgm:spPr>
        <a:xfrm>
          <a:off x="891210" y="3029370"/>
          <a:ext cx="9158234" cy="606087"/>
        </a:xfrm>
        <a:prstGeom prst="rect">
          <a:avLst/>
        </a:prstGeom>
      </dgm:spPr>
    </dgm:pt>
    <dgm:pt modelId="{0FA87359-ED82-4FF1-A1C4-2C21E407B626}" type="pres">
      <dgm:prSet presAssocID="{0BA45FFC-2D05-4966-A68B-B659388300BA}" presName="accent_4" presStyleCnt="0"/>
      <dgm:spPr/>
    </dgm:pt>
    <dgm:pt modelId="{0928EBEF-B41A-4CB9-930B-559C73FC97C1}" type="pres">
      <dgm:prSet presAssocID="{0BA45FFC-2D05-4966-A68B-B659388300BA}" presName="accentRepeatNode" presStyleLbl="solidFgAcc1" presStyleIdx="3" presStyleCnt="5" custLinFactNeighborX="-1412" custLinFactNeighborY="-2805"/>
      <dgm:spPr/>
    </dgm:pt>
    <dgm:pt modelId="{E406D9D1-ED5C-4AD9-ABCD-8413E96023DB}" type="pres">
      <dgm:prSet presAssocID="{92E1BAC0-335F-483D-8168-046D8C9F208A}" presName="text_5" presStyleLbl="node1" presStyleIdx="4" presStyleCnt="5">
        <dgm:presLayoutVars>
          <dgm:bulletEnabled val="1"/>
        </dgm:presLayoutVars>
      </dgm:prSet>
      <dgm:spPr>
        <a:xfrm>
          <a:off x="456905" y="3938210"/>
          <a:ext cx="9592538" cy="606087"/>
        </a:xfrm>
        <a:prstGeom prst="rect">
          <a:avLst/>
        </a:prstGeom>
      </dgm:spPr>
    </dgm:pt>
    <dgm:pt modelId="{439E7DC7-66AF-4D00-83E7-AC710F0AD4F0}" type="pres">
      <dgm:prSet presAssocID="{92E1BAC0-335F-483D-8168-046D8C9F208A}" presName="accent_5" presStyleCnt="0"/>
      <dgm:spPr/>
    </dgm:pt>
    <dgm:pt modelId="{5183A8F9-1038-45B1-AB53-3E45048E45E1}" type="pres">
      <dgm:prSet presAssocID="{92E1BAC0-335F-483D-8168-046D8C9F208A}" presName="accentRepeatNode" presStyleLbl="solidFgAcc1" presStyleIdx="4" presStyleCnt="5"/>
      <dgm:spPr/>
    </dgm:pt>
  </dgm:ptLst>
  <dgm:cxnLst>
    <dgm:cxn modelId="{16781D01-F25F-400F-BAF9-2AA91E7A4A6E}" type="presOf" srcId="{92E1BAC0-335F-483D-8168-046D8C9F208A}" destId="{E406D9D1-ED5C-4AD9-ABCD-8413E96023DB}" srcOrd="0" destOrd="0" presId="urn:microsoft.com/office/officeart/2008/layout/VerticalCurvedList"/>
    <dgm:cxn modelId="{8E261602-D018-4381-9C88-B88BD00E0FFD}" type="presOf" srcId="{36AB5D47-6B53-442A-B389-DBE82B9CB119}" destId="{F4414BC9-C91B-4C28-BA7E-17A52B189578}" srcOrd="0" destOrd="0" presId="urn:microsoft.com/office/officeart/2008/layout/VerticalCurvedList"/>
    <dgm:cxn modelId="{366AFD05-62BC-4A59-8AE1-C06EC71FCC04}" type="presOf" srcId="{0BA45FFC-2D05-4966-A68B-B659388300BA}" destId="{56F87E0A-D900-4447-BFCC-47042EF82AE5}" srcOrd="0" destOrd="0" presId="urn:microsoft.com/office/officeart/2008/layout/VerticalCurvedList"/>
    <dgm:cxn modelId="{F4BBF374-1128-4927-972D-B1EA3D0C7443}" srcId="{8E43D2FD-353C-4C1A-BBFD-C296F642F02F}" destId="{92E1BAC0-335F-483D-8168-046D8C9F208A}" srcOrd="4" destOrd="0" parTransId="{AB6D8E42-CE35-48B0-B0CC-A0FB1FD893C6}" sibTransId="{3A82112B-01EF-4189-9B97-891DE4DEC9DE}"/>
    <dgm:cxn modelId="{EA6AE582-A31C-450B-9B04-96D1DF48A367}" srcId="{8E43D2FD-353C-4C1A-BBFD-C296F642F02F}" destId="{36AB5D47-6B53-442A-B389-DBE82B9CB119}" srcOrd="0" destOrd="0" parTransId="{4E1C1C23-4540-4CAE-BFFB-06F1EF8B1DAE}" sibTransId="{15390780-96CF-48F6-A261-594B6D7F7203}"/>
    <dgm:cxn modelId="{CC9A6887-63EE-4FA9-AAAE-25A604C06699}" srcId="{8E43D2FD-353C-4C1A-BBFD-C296F642F02F}" destId="{0BA45FFC-2D05-4966-A68B-B659388300BA}" srcOrd="3" destOrd="0" parTransId="{BE9611DD-77CE-4818-AD4E-4CD095A8F1F9}" sibTransId="{9C6548D4-D1FC-4B3E-B473-435D35BE1599}"/>
    <dgm:cxn modelId="{8153A98E-86CD-4F20-AB01-AB7B3CD8E404}" type="presOf" srcId="{15390780-96CF-48F6-A261-594B6D7F7203}" destId="{FF9CB119-C3D6-4798-B31D-602D9AAA817F}" srcOrd="0" destOrd="0" presId="urn:microsoft.com/office/officeart/2008/layout/VerticalCurvedList"/>
    <dgm:cxn modelId="{25A9D699-6152-4DE9-8236-57AC6A769C1B}" srcId="{8E43D2FD-353C-4C1A-BBFD-C296F642F02F}" destId="{7180574B-1B91-4E55-8855-EC7C990E5F8A}" srcOrd="2" destOrd="0" parTransId="{49592DFB-57DE-4DC8-B2B0-52CBA7182299}" sibTransId="{20CC6552-44F2-41C7-A553-8464C9875CF8}"/>
    <dgm:cxn modelId="{0839E2AA-020F-4352-8925-527A8B00E204}" type="presOf" srcId="{7180574B-1B91-4E55-8855-EC7C990E5F8A}" destId="{3A0DE696-106D-418F-9CDF-87B96D1C7395}" srcOrd="0" destOrd="0" presId="urn:microsoft.com/office/officeart/2008/layout/VerticalCurvedList"/>
    <dgm:cxn modelId="{6357A7AC-C9C2-4C47-9857-7D8611551F0F}" type="presOf" srcId="{EF77AC78-7202-497E-8DD6-2B38228BB08E}" destId="{93D7F1A6-BCD4-4BB0-BF56-189CBFF9C22C}" srcOrd="0" destOrd="0" presId="urn:microsoft.com/office/officeart/2008/layout/VerticalCurvedList"/>
    <dgm:cxn modelId="{7EB2AAB1-A25F-4756-88CA-545A741C0D1A}" srcId="{8E43D2FD-353C-4C1A-BBFD-C296F642F02F}" destId="{EF77AC78-7202-497E-8DD6-2B38228BB08E}" srcOrd="1" destOrd="0" parTransId="{2F6A5852-7AB1-4DFE-B609-77DEAB7C309F}" sibTransId="{63A9A6F3-243D-4CCF-8210-47E8C109A901}"/>
    <dgm:cxn modelId="{3C0CB5C3-9215-4754-B907-D8F173012F1C}" type="presOf" srcId="{8E43D2FD-353C-4C1A-BBFD-C296F642F02F}" destId="{1951E64C-8844-48FA-8497-3ED1C9A5DFD7}" srcOrd="0" destOrd="0" presId="urn:microsoft.com/office/officeart/2008/layout/VerticalCurvedList"/>
    <dgm:cxn modelId="{664D987F-55E6-497B-9B36-783EA32B2895}" type="presParOf" srcId="{1951E64C-8844-48FA-8497-3ED1C9A5DFD7}" destId="{20354B5A-3CF3-4902-A0DA-80E881F36316}" srcOrd="0" destOrd="0" presId="urn:microsoft.com/office/officeart/2008/layout/VerticalCurvedList"/>
    <dgm:cxn modelId="{CF229A44-79F2-4982-8477-A15E48A1BEA9}" type="presParOf" srcId="{20354B5A-3CF3-4902-A0DA-80E881F36316}" destId="{64FAD16A-3598-43C6-BB55-CC339853CA66}" srcOrd="0" destOrd="0" presId="urn:microsoft.com/office/officeart/2008/layout/VerticalCurvedList"/>
    <dgm:cxn modelId="{C4885043-390F-49A0-A8FA-D4D2D5774743}" type="presParOf" srcId="{64FAD16A-3598-43C6-BB55-CC339853CA66}" destId="{C18BD6A6-BA12-4EAC-AE00-CB0BD870D7E7}" srcOrd="0" destOrd="0" presId="urn:microsoft.com/office/officeart/2008/layout/VerticalCurvedList"/>
    <dgm:cxn modelId="{79E831E4-99F1-4071-9F30-0CEEACFA9E1F}" type="presParOf" srcId="{64FAD16A-3598-43C6-BB55-CC339853CA66}" destId="{FF9CB119-C3D6-4798-B31D-602D9AAA817F}" srcOrd="1" destOrd="0" presId="urn:microsoft.com/office/officeart/2008/layout/VerticalCurvedList"/>
    <dgm:cxn modelId="{FF42922D-5449-4561-BB7F-78A83CF0E02C}" type="presParOf" srcId="{64FAD16A-3598-43C6-BB55-CC339853CA66}" destId="{5F9A4BC2-5091-45DB-B189-6911FDA5FAF0}" srcOrd="2" destOrd="0" presId="urn:microsoft.com/office/officeart/2008/layout/VerticalCurvedList"/>
    <dgm:cxn modelId="{31312015-8597-4F69-8676-BA2AD3C7F519}" type="presParOf" srcId="{64FAD16A-3598-43C6-BB55-CC339853CA66}" destId="{07085D36-31AE-48CB-B7FD-D70532AE8502}" srcOrd="3" destOrd="0" presId="urn:microsoft.com/office/officeart/2008/layout/VerticalCurvedList"/>
    <dgm:cxn modelId="{00F7AC20-DFE1-4573-80D8-66D3A81828CC}" type="presParOf" srcId="{20354B5A-3CF3-4902-A0DA-80E881F36316}" destId="{F4414BC9-C91B-4C28-BA7E-17A52B189578}" srcOrd="1" destOrd="0" presId="urn:microsoft.com/office/officeart/2008/layout/VerticalCurvedList"/>
    <dgm:cxn modelId="{61672870-CAE4-4097-A50C-32937E6CBADA}" type="presParOf" srcId="{20354B5A-3CF3-4902-A0DA-80E881F36316}" destId="{E8A249C6-A4D3-4711-9E1C-0E796C0A37E6}" srcOrd="2" destOrd="0" presId="urn:microsoft.com/office/officeart/2008/layout/VerticalCurvedList"/>
    <dgm:cxn modelId="{4FB6B933-71C1-4BC4-BF2E-F9743A50BE14}" type="presParOf" srcId="{E8A249C6-A4D3-4711-9E1C-0E796C0A37E6}" destId="{EBFC7813-C8F2-4C7F-833B-1B11961C8513}" srcOrd="0" destOrd="0" presId="urn:microsoft.com/office/officeart/2008/layout/VerticalCurvedList"/>
    <dgm:cxn modelId="{F1A4D5D0-C397-45D2-9D6F-1F03923443E6}" type="presParOf" srcId="{20354B5A-3CF3-4902-A0DA-80E881F36316}" destId="{93D7F1A6-BCD4-4BB0-BF56-189CBFF9C22C}" srcOrd="3" destOrd="0" presId="urn:microsoft.com/office/officeart/2008/layout/VerticalCurvedList"/>
    <dgm:cxn modelId="{409674E7-2ACD-4FC1-BDF0-6F76B74B7511}" type="presParOf" srcId="{20354B5A-3CF3-4902-A0DA-80E881F36316}" destId="{9449BC77-CEA7-452D-AD1B-7805025E710C}" srcOrd="4" destOrd="0" presId="urn:microsoft.com/office/officeart/2008/layout/VerticalCurvedList"/>
    <dgm:cxn modelId="{B6360E28-0807-4433-8EC1-3340B14D112B}" type="presParOf" srcId="{9449BC77-CEA7-452D-AD1B-7805025E710C}" destId="{45DD9CD2-EB07-494E-8F30-0BF8F4AF73E6}" srcOrd="0" destOrd="0" presId="urn:microsoft.com/office/officeart/2008/layout/VerticalCurvedList"/>
    <dgm:cxn modelId="{8FC6C6E4-17BA-4D53-A517-C4E32A532436}" type="presParOf" srcId="{20354B5A-3CF3-4902-A0DA-80E881F36316}" destId="{3A0DE696-106D-418F-9CDF-87B96D1C7395}" srcOrd="5" destOrd="0" presId="urn:microsoft.com/office/officeart/2008/layout/VerticalCurvedList"/>
    <dgm:cxn modelId="{F7A56E8F-24F5-4CA5-A251-12252A50DEF4}" type="presParOf" srcId="{20354B5A-3CF3-4902-A0DA-80E881F36316}" destId="{44D483F1-21CA-485A-B87B-18CBF05C101E}" srcOrd="6" destOrd="0" presId="urn:microsoft.com/office/officeart/2008/layout/VerticalCurvedList"/>
    <dgm:cxn modelId="{A64A9F0E-03EA-44ED-AB39-F8B11C380447}" type="presParOf" srcId="{44D483F1-21CA-485A-B87B-18CBF05C101E}" destId="{340A85CA-D7A9-4757-B953-553340397E65}" srcOrd="0" destOrd="0" presId="urn:microsoft.com/office/officeart/2008/layout/VerticalCurvedList"/>
    <dgm:cxn modelId="{F374C1B5-4216-4B77-92DF-5765E48E966C}" type="presParOf" srcId="{20354B5A-3CF3-4902-A0DA-80E881F36316}" destId="{56F87E0A-D900-4447-BFCC-47042EF82AE5}" srcOrd="7" destOrd="0" presId="urn:microsoft.com/office/officeart/2008/layout/VerticalCurvedList"/>
    <dgm:cxn modelId="{2B6D29BF-6CBC-4F56-9BC8-558662359797}" type="presParOf" srcId="{20354B5A-3CF3-4902-A0DA-80E881F36316}" destId="{0FA87359-ED82-4FF1-A1C4-2C21E407B626}" srcOrd="8" destOrd="0" presId="urn:microsoft.com/office/officeart/2008/layout/VerticalCurvedList"/>
    <dgm:cxn modelId="{4838998E-10CF-4E1C-BB81-57FAFB3D8F2B}" type="presParOf" srcId="{0FA87359-ED82-4FF1-A1C4-2C21E407B626}" destId="{0928EBEF-B41A-4CB9-930B-559C73FC97C1}" srcOrd="0" destOrd="0" presId="urn:microsoft.com/office/officeart/2008/layout/VerticalCurvedList"/>
    <dgm:cxn modelId="{AD787FE0-3C23-470E-ADB8-765E335DBC7B}" type="presParOf" srcId="{20354B5A-3CF3-4902-A0DA-80E881F36316}" destId="{E406D9D1-ED5C-4AD9-ABCD-8413E96023DB}" srcOrd="9" destOrd="0" presId="urn:microsoft.com/office/officeart/2008/layout/VerticalCurvedList"/>
    <dgm:cxn modelId="{370CBCB8-89AA-414F-8346-920B2C400EB7}" type="presParOf" srcId="{20354B5A-3CF3-4902-A0DA-80E881F36316}" destId="{439E7DC7-66AF-4D00-83E7-AC710F0AD4F0}" srcOrd="10" destOrd="0" presId="urn:microsoft.com/office/officeart/2008/layout/VerticalCurvedList"/>
    <dgm:cxn modelId="{C0F45AB5-1B05-40D3-ABD1-5BA8ED1C1B21}" type="presParOf" srcId="{439E7DC7-66AF-4D00-83E7-AC710F0AD4F0}" destId="{5183A8F9-1038-45B1-AB53-3E45048E45E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CB119-C3D6-4798-B31D-602D9AAA817F}">
      <dsp:nvSpPr>
        <dsp:cNvPr id="0" name=""/>
        <dsp:cNvSpPr/>
      </dsp:nvSpPr>
      <dsp:spPr>
        <a:xfrm>
          <a:off x="-5480375" y="-839109"/>
          <a:ext cx="6525366" cy="6525366"/>
        </a:xfrm>
        <a:prstGeom prst="blockArc">
          <a:avLst>
            <a:gd name="adj1" fmla="val 18900000"/>
            <a:gd name="adj2" fmla="val 2700000"/>
            <a:gd name="adj3" fmla="val 33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414BC9-C91B-4C28-BA7E-17A52B189578}">
      <dsp:nvSpPr>
        <dsp:cNvPr id="0" name=""/>
        <dsp:cNvSpPr/>
      </dsp:nvSpPr>
      <dsp:spPr>
        <a:xfrm>
          <a:off x="456905" y="302849"/>
          <a:ext cx="9592538" cy="606087"/>
        </a:xfrm>
        <a:prstGeom prst="rect">
          <a:avLst/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Proceso de Licitación</a:t>
          </a:r>
          <a:endParaRPr lang="es-PE" sz="3100" kern="1200" dirty="0"/>
        </a:p>
      </dsp:txBody>
      <dsp:txXfrm>
        <a:off x="456905" y="302849"/>
        <a:ext cx="9592538" cy="606087"/>
      </dsp:txXfrm>
    </dsp:sp>
    <dsp:sp modelId="{EBFC7813-C8F2-4C7F-833B-1B11961C8513}">
      <dsp:nvSpPr>
        <dsp:cNvPr id="0" name=""/>
        <dsp:cNvSpPr/>
      </dsp:nvSpPr>
      <dsp:spPr>
        <a:xfrm>
          <a:off x="78101" y="22708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7F1A6-BCD4-4BB0-BF56-189CBFF9C22C}">
      <dsp:nvSpPr>
        <dsp:cNvPr id="0" name=""/>
        <dsp:cNvSpPr/>
      </dsp:nvSpPr>
      <dsp:spPr>
        <a:xfrm>
          <a:off x="891210" y="1211690"/>
          <a:ext cx="9158234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Calificación de Proveedores</a:t>
          </a:r>
          <a:endParaRPr lang="es-PE" sz="3100" kern="1200" dirty="0"/>
        </a:p>
      </dsp:txBody>
      <dsp:txXfrm>
        <a:off x="891210" y="1211690"/>
        <a:ext cx="9158234" cy="606087"/>
      </dsp:txXfrm>
    </dsp:sp>
    <dsp:sp modelId="{45DD9CD2-EB07-494E-8F30-0BF8F4AF73E6}">
      <dsp:nvSpPr>
        <dsp:cNvPr id="0" name=""/>
        <dsp:cNvSpPr/>
      </dsp:nvSpPr>
      <dsp:spPr>
        <a:xfrm>
          <a:off x="512405" y="113592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DE696-106D-418F-9CDF-87B96D1C7395}">
      <dsp:nvSpPr>
        <dsp:cNvPr id="0" name=""/>
        <dsp:cNvSpPr/>
      </dsp:nvSpPr>
      <dsp:spPr>
        <a:xfrm>
          <a:off x="1024506" y="2120530"/>
          <a:ext cx="9024937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Alcance Técnico</a:t>
          </a:r>
          <a:endParaRPr lang="es-PE" sz="3100" kern="1200" dirty="0"/>
        </a:p>
      </dsp:txBody>
      <dsp:txXfrm>
        <a:off x="1024506" y="2120530"/>
        <a:ext cx="9024937" cy="606087"/>
      </dsp:txXfrm>
    </dsp:sp>
    <dsp:sp modelId="{340A85CA-D7A9-4757-B953-553340397E65}">
      <dsp:nvSpPr>
        <dsp:cNvPr id="0" name=""/>
        <dsp:cNvSpPr/>
      </dsp:nvSpPr>
      <dsp:spPr>
        <a:xfrm>
          <a:off x="626557" y="2047284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87E0A-D900-4447-BFCC-47042EF82AE5}">
      <dsp:nvSpPr>
        <dsp:cNvPr id="0" name=""/>
        <dsp:cNvSpPr/>
      </dsp:nvSpPr>
      <dsp:spPr>
        <a:xfrm>
          <a:off x="891210" y="3029370"/>
          <a:ext cx="9158234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6200" rIns="76200" bIns="762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b="1" kern="1200" dirty="0"/>
            <a:t>Control de Contratistas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</a:t>
          </a:r>
          <a:endParaRPr lang="es-PE" sz="3000" kern="1200" dirty="0"/>
        </a:p>
      </dsp:txBody>
      <dsp:txXfrm>
        <a:off x="891210" y="3029370"/>
        <a:ext cx="9158234" cy="606087"/>
      </dsp:txXfrm>
    </dsp:sp>
    <dsp:sp modelId="{0928EBEF-B41A-4CB9-930B-559C73FC97C1}">
      <dsp:nvSpPr>
        <dsp:cNvPr id="0" name=""/>
        <dsp:cNvSpPr/>
      </dsp:nvSpPr>
      <dsp:spPr>
        <a:xfrm>
          <a:off x="501708" y="293235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6D9D1-ED5C-4AD9-ABCD-8413E96023DB}">
      <dsp:nvSpPr>
        <dsp:cNvPr id="0" name=""/>
        <dsp:cNvSpPr/>
      </dsp:nvSpPr>
      <dsp:spPr>
        <a:xfrm>
          <a:off x="456905" y="3938210"/>
          <a:ext cx="9592538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1120" rIns="71120" bIns="7112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 dirty="0"/>
            <a:t>Requerimientos de Seguridad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 </a:t>
          </a:r>
          <a:endParaRPr lang="es-PE" sz="2800" kern="1200" dirty="0"/>
        </a:p>
      </dsp:txBody>
      <dsp:txXfrm>
        <a:off x="456905" y="3938210"/>
        <a:ext cx="9592538" cy="606087"/>
      </dsp:txXfrm>
    </dsp:sp>
    <dsp:sp modelId="{5183A8F9-1038-45B1-AB53-3E45048E45E1}">
      <dsp:nvSpPr>
        <dsp:cNvPr id="0" name=""/>
        <dsp:cNvSpPr/>
      </dsp:nvSpPr>
      <dsp:spPr>
        <a:xfrm>
          <a:off x="78101" y="386244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2ED470-A91B-415C-B5A3-A5E45BC2D28D}">
      <dsp:nvSpPr>
        <dsp:cNvPr id="0" name=""/>
        <dsp:cNvSpPr/>
      </dsp:nvSpPr>
      <dsp:spPr>
        <a:xfrm>
          <a:off x="1932" y="606619"/>
          <a:ext cx="3386885" cy="1375008"/>
        </a:xfrm>
        <a:prstGeom prst="chevron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>
              <a:solidFill>
                <a:schemeClr val="bg1"/>
              </a:solidFill>
              <a:latin typeface="Calibri Light" panose="020F0302020204030204" pitchFamily="34" charset="0"/>
            </a:rPr>
            <a:t>PROCESO DE CALIFICACIÓN EN FAMILIA SPPT10</a:t>
          </a:r>
          <a:r>
            <a:rPr lang="es-PE" sz="1800" b="1" kern="1200" dirty="0"/>
            <a:t>-5</a:t>
          </a:r>
          <a:endParaRPr lang="pt-BR" sz="1800" b="1" kern="1200" dirty="0">
            <a:solidFill>
              <a:srgbClr val="FF0000"/>
            </a:solidFill>
            <a:latin typeface="Calibri Light" panose="020F0302020204030204" pitchFamily="34" charset="0"/>
          </a:endParaRPr>
        </a:p>
      </dsp:txBody>
      <dsp:txXfrm>
        <a:off x="689436" y="606619"/>
        <a:ext cx="2011877" cy="1375008"/>
      </dsp:txXfrm>
    </dsp:sp>
    <dsp:sp modelId="{352F6405-D39C-48D2-9FD5-EDCB5705A124}">
      <dsp:nvSpPr>
        <dsp:cNvPr id="0" name=""/>
        <dsp:cNvSpPr/>
      </dsp:nvSpPr>
      <dsp:spPr>
        <a:xfrm>
          <a:off x="3024908" y="593612"/>
          <a:ext cx="3437520" cy="1375008"/>
        </a:xfrm>
        <a:prstGeom prst="chevron">
          <a:avLst/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latin typeface="Calibri Light" panose="020F0302020204030204" pitchFamily="34" charset="0"/>
            </a:rPr>
            <a:t>EVALUACIÓN TÉCNICA</a:t>
          </a:r>
        </a:p>
      </dsp:txBody>
      <dsp:txXfrm>
        <a:off x="3712412" y="593612"/>
        <a:ext cx="2062512" cy="1375008"/>
      </dsp:txXfrm>
    </dsp:sp>
    <dsp:sp modelId="{3193C7F7-AB68-4C58-97AD-FBBBEF7EAD3B}">
      <dsp:nvSpPr>
        <dsp:cNvPr id="0" name=""/>
        <dsp:cNvSpPr/>
      </dsp:nvSpPr>
      <dsp:spPr>
        <a:xfrm>
          <a:off x="6121633" y="591206"/>
          <a:ext cx="3437520" cy="1375008"/>
        </a:xfrm>
        <a:prstGeom prst="chevron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latin typeface="Calibri Light" panose="020F0302020204030204" pitchFamily="34" charset="0"/>
            </a:rPr>
            <a:t>EVALUACIÓN COMERCIAL</a:t>
          </a:r>
        </a:p>
      </dsp:txBody>
      <dsp:txXfrm>
        <a:off x="6809137" y="591206"/>
        <a:ext cx="2062512" cy="13750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CB119-C3D6-4798-B31D-602D9AAA817F}">
      <dsp:nvSpPr>
        <dsp:cNvPr id="0" name=""/>
        <dsp:cNvSpPr/>
      </dsp:nvSpPr>
      <dsp:spPr>
        <a:xfrm>
          <a:off x="-5480375" y="-839109"/>
          <a:ext cx="6525366" cy="6525366"/>
        </a:xfrm>
        <a:prstGeom prst="blockArc">
          <a:avLst>
            <a:gd name="adj1" fmla="val 18900000"/>
            <a:gd name="adj2" fmla="val 2700000"/>
            <a:gd name="adj3" fmla="val 33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414BC9-C91B-4C28-BA7E-17A52B189578}">
      <dsp:nvSpPr>
        <dsp:cNvPr id="0" name=""/>
        <dsp:cNvSpPr/>
      </dsp:nvSpPr>
      <dsp:spPr>
        <a:xfrm>
          <a:off x="456905" y="302849"/>
          <a:ext cx="9592538" cy="606087"/>
        </a:xfrm>
        <a:prstGeom prst="rect">
          <a:avLst/>
        </a:prstGeom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Proceso de Licitación</a:t>
          </a:r>
        </a:p>
      </dsp:txBody>
      <dsp:txXfrm>
        <a:off x="456905" y="302849"/>
        <a:ext cx="9592538" cy="606087"/>
      </dsp:txXfrm>
    </dsp:sp>
    <dsp:sp modelId="{EBFC7813-C8F2-4C7F-833B-1B11961C8513}">
      <dsp:nvSpPr>
        <dsp:cNvPr id="0" name=""/>
        <dsp:cNvSpPr/>
      </dsp:nvSpPr>
      <dsp:spPr>
        <a:xfrm>
          <a:off x="78101" y="22708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7F1A6-BCD4-4BB0-BF56-189CBFF9C22C}">
      <dsp:nvSpPr>
        <dsp:cNvPr id="0" name=""/>
        <dsp:cNvSpPr/>
      </dsp:nvSpPr>
      <dsp:spPr>
        <a:xfrm>
          <a:off x="891210" y="1211690"/>
          <a:ext cx="9158234" cy="606087"/>
        </a:xfrm>
        <a:prstGeom prst="rect">
          <a:avLst/>
        </a:prstGeom>
        <a:solidFill>
          <a:srgbClr val="000000">
            <a:lumMod val="7500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Calificación</a:t>
          </a:r>
          <a:r>
            <a:rPr lang="es-PE" sz="3100" b="1" kern="1200" dirty="0"/>
            <a:t> de Proveedores</a:t>
          </a:r>
          <a:endParaRPr lang="es-PE" sz="3100" kern="1200" dirty="0"/>
        </a:p>
      </dsp:txBody>
      <dsp:txXfrm>
        <a:off x="891210" y="1211690"/>
        <a:ext cx="9158234" cy="606087"/>
      </dsp:txXfrm>
    </dsp:sp>
    <dsp:sp modelId="{45DD9CD2-EB07-494E-8F30-0BF8F4AF73E6}">
      <dsp:nvSpPr>
        <dsp:cNvPr id="0" name=""/>
        <dsp:cNvSpPr/>
      </dsp:nvSpPr>
      <dsp:spPr>
        <a:xfrm>
          <a:off x="512405" y="113592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DE696-106D-418F-9CDF-87B96D1C7395}">
      <dsp:nvSpPr>
        <dsp:cNvPr id="0" name=""/>
        <dsp:cNvSpPr/>
      </dsp:nvSpPr>
      <dsp:spPr>
        <a:xfrm>
          <a:off x="1024506" y="2120530"/>
          <a:ext cx="9024937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Alcance Técnico</a:t>
          </a:r>
          <a:endParaRPr lang="es-PE" sz="3100" kern="1200" dirty="0"/>
        </a:p>
      </dsp:txBody>
      <dsp:txXfrm>
        <a:off x="1024506" y="2120530"/>
        <a:ext cx="9024937" cy="606087"/>
      </dsp:txXfrm>
    </dsp:sp>
    <dsp:sp modelId="{340A85CA-D7A9-4757-B953-553340397E65}">
      <dsp:nvSpPr>
        <dsp:cNvPr id="0" name=""/>
        <dsp:cNvSpPr/>
      </dsp:nvSpPr>
      <dsp:spPr>
        <a:xfrm>
          <a:off x="626557" y="2047284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87E0A-D900-4447-BFCC-47042EF82AE5}">
      <dsp:nvSpPr>
        <dsp:cNvPr id="0" name=""/>
        <dsp:cNvSpPr/>
      </dsp:nvSpPr>
      <dsp:spPr>
        <a:xfrm>
          <a:off x="891210" y="3029370"/>
          <a:ext cx="9158234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6200" rIns="76200" bIns="762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b="1" kern="1200" dirty="0"/>
            <a:t>Control de Contratistas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</a:t>
          </a:r>
          <a:endParaRPr lang="es-PE" sz="3000" kern="1200" dirty="0"/>
        </a:p>
      </dsp:txBody>
      <dsp:txXfrm>
        <a:off x="891210" y="3029370"/>
        <a:ext cx="9158234" cy="606087"/>
      </dsp:txXfrm>
    </dsp:sp>
    <dsp:sp modelId="{0928EBEF-B41A-4CB9-930B-559C73FC97C1}">
      <dsp:nvSpPr>
        <dsp:cNvPr id="0" name=""/>
        <dsp:cNvSpPr/>
      </dsp:nvSpPr>
      <dsp:spPr>
        <a:xfrm>
          <a:off x="501708" y="293235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6D9D1-ED5C-4AD9-ABCD-8413E96023DB}">
      <dsp:nvSpPr>
        <dsp:cNvPr id="0" name=""/>
        <dsp:cNvSpPr/>
      </dsp:nvSpPr>
      <dsp:spPr>
        <a:xfrm>
          <a:off x="456905" y="3938210"/>
          <a:ext cx="9592538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1120" rIns="71120" bIns="7112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 dirty="0"/>
            <a:t>Requerimientos de Seguridad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</a:t>
          </a:r>
          <a:endParaRPr lang="es-PE" sz="2800" kern="1200" dirty="0"/>
        </a:p>
      </dsp:txBody>
      <dsp:txXfrm>
        <a:off x="456905" y="3938210"/>
        <a:ext cx="9592538" cy="606087"/>
      </dsp:txXfrm>
    </dsp:sp>
    <dsp:sp modelId="{5183A8F9-1038-45B1-AB53-3E45048E45E1}">
      <dsp:nvSpPr>
        <dsp:cNvPr id="0" name=""/>
        <dsp:cNvSpPr/>
      </dsp:nvSpPr>
      <dsp:spPr>
        <a:xfrm>
          <a:off x="78101" y="386244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CB119-C3D6-4798-B31D-602D9AAA817F}">
      <dsp:nvSpPr>
        <dsp:cNvPr id="0" name=""/>
        <dsp:cNvSpPr/>
      </dsp:nvSpPr>
      <dsp:spPr>
        <a:xfrm>
          <a:off x="-5480375" y="-839109"/>
          <a:ext cx="6525366" cy="6525366"/>
        </a:xfrm>
        <a:prstGeom prst="blockArc">
          <a:avLst>
            <a:gd name="adj1" fmla="val 18900000"/>
            <a:gd name="adj2" fmla="val 2700000"/>
            <a:gd name="adj3" fmla="val 33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414BC9-C91B-4C28-BA7E-17A52B189578}">
      <dsp:nvSpPr>
        <dsp:cNvPr id="0" name=""/>
        <dsp:cNvSpPr/>
      </dsp:nvSpPr>
      <dsp:spPr>
        <a:xfrm>
          <a:off x="456905" y="302849"/>
          <a:ext cx="9592538" cy="606087"/>
        </a:xfrm>
        <a:prstGeom prst="rect">
          <a:avLst/>
        </a:prstGeom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Proceso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Licitación</a:t>
          </a:r>
        </a:p>
      </dsp:txBody>
      <dsp:txXfrm>
        <a:off x="456905" y="302849"/>
        <a:ext cx="9592538" cy="606087"/>
      </dsp:txXfrm>
    </dsp:sp>
    <dsp:sp modelId="{EBFC7813-C8F2-4C7F-833B-1B11961C8513}">
      <dsp:nvSpPr>
        <dsp:cNvPr id="0" name=""/>
        <dsp:cNvSpPr/>
      </dsp:nvSpPr>
      <dsp:spPr>
        <a:xfrm>
          <a:off x="78101" y="22708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7F1A6-BCD4-4BB0-BF56-189CBFF9C22C}">
      <dsp:nvSpPr>
        <dsp:cNvPr id="0" name=""/>
        <dsp:cNvSpPr/>
      </dsp:nvSpPr>
      <dsp:spPr>
        <a:xfrm>
          <a:off x="891210" y="1211690"/>
          <a:ext cx="9158234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Calificación de Proveedores</a:t>
          </a:r>
          <a:endParaRPr lang="es-PE" sz="3100" kern="1200" dirty="0"/>
        </a:p>
      </dsp:txBody>
      <dsp:txXfrm>
        <a:off x="891210" y="1211690"/>
        <a:ext cx="9158234" cy="606087"/>
      </dsp:txXfrm>
    </dsp:sp>
    <dsp:sp modelId="{45DD9CD2-EB07-494E-8F30-0BF8F4AF73E6}">
      <dsp:nvSpPr>
        <dsp:cNvPr id="0" name=""/>
        <dsp:cNvSpPr/>
      </dsp:nvSpPr>
      <dsp:spPr>
        <a:xfrm>
          <a:off x="512405" y="113592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DE696-106D-418F-9CDF-87B96D1C7395}">
      <dsp:nvSpPr>
        <dsp:cNvPr id="0" name=""/>
        <dsp:cNvSpPr/>
      </dsp:nvSpPr>
      <dsp:spPr>
        <a:xfrm>
          <a:off x="1024506" y="2120530"/>
          <a:ext cx="9024937" cy="606087"/>
        </a:xfrm>
        <a:prstGeom prst="rect">
          <a:avLst/>
        </a:prstGeom>
        <a:solidFill>
          <a:srgbClr val="000000">
            <a:lumMod val="7500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Alcance Técnico</a:t>
          </a:r>
        </a:p>
      </dsp:txBody>
      <dsp:txXfrm>
        <a:off x="1024506" y="2120530"/>
        <a:ext cx="9024937" cy="606087"/>
      </dsp:txXfrm>
    </dsp:sp>
    <dsp:sp modelId="{340A85CA-D7A9-4757-B953-553340397E65}">
      <dsp:nvSpPr>
        <dsp:cNvPr id="0" name=""/>
        <dsp:cNvSpPr/>
      </dsp:nvSpPr>
      <dsp:spPr>
        <a:xfrm>
          <a:off x="626557" y="2047284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87E0A-D900-4447-BFCC-47042EF82AE5}">
      <dsp:nvSpPr>
        <dsp:cNvPr id="0" name=""/>
        <dsp:cNvSpPr/>
      </dsp:nvSpPr>
      <dsp:spPr>
        <a:xfrm>
          <a:off x="891210" y="3029370"/>
          <a:ext cx="9158234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6200" rIns="76200" bIns="762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b="1" kern="1200" dirty="0"/>
            <a:t>Control de Contratistas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</a:t>
          </a:r>
          <a:endParaRPr lang="es-PE" sz="3000" kern="1200" dirty="0"/>
        </a:p>
      </dsp:txBody>
      <dsp:txXfrm>
        <a:off x="891210" y="3029370"/>
        <a:ext cx="9158234" cy="606087"/>
      </dsp:txXfrm>
    </dsp:sp>
    <dsp:sp modelId="{0928EBEF-B41A-4CB9-930B-559C73FC97C1}">
      <dsp:nvSpPr>
        <dsp:cNvPr id="0" name=""/>
        <dsp:cNvSpPr/>
      </dsp:nvSpPr>
      <dsp:spPr>
        <a:xfrm>
          <a:off x="501708" y="293235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6D9D1-ED5C-4AD9-ABCD-8413E96023DB}">
      <dsp:nvSpPr>
        <dsp:cNvPr id="0" name=""/>
        <dsp:cNvSpPr/>
      </dsp:nvSpPr>
      <dsp:spPr>
        <a:xfrm>
          <a:off x="456905" y="3938210"/>
          <a:ext cx="9592538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1120" rIns="71120" bIns="7112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 dirty="0"/>
            <a:t>Requerimientos de Seguridad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</a:t>
          </a:r>
          <a:endParaRPr lang="es-PE" sz="2800" kern="1200" dirty="0"/>
        </a:p>
      </dsp:txBody>
      <dsp:txXfrm>
        <a:off x="456905" y="3938210"/>
        <a:ext cx="9592538" cy="606087"/>
      </dsp:txXfrm>
    </dsp:sp>
    <dsp:sp modelId="{5183A8F9-1038-45B1-AB53-3E45048E45E1}">
      <dsp:nvSpPr>
        <dsp:cNvPr id="0" name=""/>
        <dsp:cNvSpPr/>
      </dsp:nvSpPr>
      <dsp:spPr>
        <a:xfrm>
          <a:off x="78101" y="386244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CB119-C3D6-4798-B31D-602D9AAA817F}">
      <dsp:nvSpPr>
        <dsp:cNvPr id="0" name=""/>
        <dsp:cNvSpPr/>
      </dsp:nvSpPr>
      <dsp:spPr>
        <a:xfrm>
          <a:off x="-5480375" y="-839109"/>
          <a:ext cx="6525366" cy="6525366"/>
        </a:xfrm>
        <a:prstGeom prst="blockArc">
          <a:avLst>
            <a:gd name="adj1" fmla="val 18900000"/>
            <a:gd name="adj2" fmla="val 2700000"/>
            <a:gd name="adj3" fmla="val 33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414BC9-C91B-4C28-BA7E-17A52B189578}">
      <dsp:nvSpPr>
        <dsp:cNvPr id="0" name=""/>
        <dsp:cNvSpPr/>
      </dsp:nvSpPr>
      <dsp:spPr>
        <a:xfrm>
          <a:off x="456905" y="302849"/>
          <a:ext cx="9592538" cy="606087"/>
        </a:xfrm>
        <a:prstGeom prst="rect">
          <a:avLst/>
        </a:prstGeom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Proceso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Licitación</a:t>
          </a:r>
        </a:p>
      </dsp:txBody>
      <dsp:txXfrm>
        <a:off x="456905" y="302849"/>
        <a:ext cx="9592538" cy="606087"/>
      </dsp:txXfrm>
    </dsp:sp>
    <dsp:sp modelId="{EBFC7813-C8F2-4C7F-833B-1B11961C8513}">
      <dsp:nvSpPr>
        <dsp:cNvPr id="0" name=""/>
        <dsp:cNvSpPr/>
      </dsp:nvSpPr>
      <dsp:spPr>
        <a:xfrm>
          <a:off x="78101" y="22708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7F1A6-BCD4-4BB0-BF56-189CBFF9C22C}">
      <dsp:nvSpPr>
        <dsp:cNvPr id="0" name=""/>
        <dsp:cNvSpPr/>
      </dsp:nvSpPr>
      <dsp:spPr>
        <a:xfrm>
          <a:off x="891210" y="1211690"/>
          <a:ext cx="9158234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Calificación de Proveedores</a:t>
          </a:r>
          <a:endParaRPr lang="es-PE" sz="3100" kern="1200" dirty="0"/>
        </a:p>
      </dsp:txBody>
      <dsp:txXfrm>
        <a:off x="891210" y="1211690"/>
        <a:ext cx="9158234" cy="606087"/>
      </dsp:txXfrm>
    </dsp:sp>
    <dsp:sp modelId="{45DD9CD2-EB07-494E-8F30-0BF8F4AF73E6}">
      <dsp:nvSpPr>
        <dsp:cNvPr id="0" name=""/>
        <dsp:cNvSpPr/>
      </dsp:nvSpPr>
      <dsp:spPr>
        <a:xfrm>
          <a:off x="512405" y="113592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DE696-106D-418F-9CDF-87B96D1C7395}">
      <dsp:nvSpPr>
        <dsp:cNvPr id="0" name=""/>
        <dsp:cNvSpPr/>
      </dsp:nvSpPr>
      <dsp:spPr>
        <a:xfrm>
          <a:off x="1024506" y="2120530"/>
          <a:ext cx="9024937" cy="606087"/>
        </a:xfrm>
        <a:prstGeom prst="rect">
          <a:avLst/>
        </a:prstGeom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Alcance Técnico</a:t>
          </a:r>
        </a:p>
      </dsp:txBody>
      <dsp:txXfrm>
        <a:off x="1024506" y="2120530"/>
        <a:ext cx="9024937" cy="606087"/>
      </dsp:txXfrm>
    </dsp:sp>
    <dsp:sp modelId="{340A85CA-D7A9-4757-B953-553340397E65}">
      <dsp:nvSpPr>
        <dsp:cNvPr id="0" name=""/>
        <dsp:cNvSpPr/>
      </dsp:nvSpPr>
      <dsp:spPr>
        <a:xfrm>
          <a:off x="626557" y="2047284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87E0A-D900-4447-BFCC-47042EF82AE5}">
      <dsp:nvSpPr>
        <dsp:cNvPr id="0" name=""/>
        <dsp:cNvSpPr/>
      </dsp:nvSpPr>
      <dsp:spPr>
        <a:xfrm>
          <a:off x="891210" y="3029370"/>
          <a:ext cx="9158234" cy="606087"/>
        </a:xfrm>
        <a:prstGeom prst="rect">
          <a:avLst/>
        </a:prstGeom>
        <a:solidFill>
          <a:srgbClr val="000000">
            <a:lumMod val="7500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Gestión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Contratistas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endParaRPr lang="es-PE" sz="3100" b="1" kern="1200" dirty="0">
            <a:solidFill>
              <a:srgbClr val="F2EAE2"/>
            </a:solidFill>
            <a:latin typeface="Aeonik Pro"/>
            <a:ea typeface="+mn-ea"/>
            <a:cs typeface="+mn-cs"/>
          </a:endParaRPr>
        </a:p>
      </dsp:txBody>
      <dsp:txXfrm>
        <a:off x="891210" y="3029370"/>
        <a:ext cx="9158234" cy="606087"/>
      </dsp:txXfrm>
    </dsp:sp>
    <dsp:sp modelId="{0928EBEF-B41A-4CB9-930B-559C73FC97C1}">
      <dsp:nvSpPr>
        <dsp:cNvPr id="0" name=""/>
        <dsp:cNvSpPr/>
      </dsp:nvSpPr>
      <dsp:spPr>
        <a:xfrm>
          <a:off x="501708" y="293235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6D9D1-ED5C-4AD9-ABCD-8413E96023DB}">
      <dsp:nvSpPr>
        <dsp:cNvPr id="0" name=""/>
        <dsp:cNvSpPr/>
      </dsp:nvSpPr>
      <dsp:spPr>
        <a:xfrm>
          <a:off x="456905" y="3938210"/>
          <a:ext cx="9592538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1120" rIns="71120" bIns="7112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 dirty="0"/>
            <a:t>Requerimientos de Seguridad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</a:t>
          </a:r>
          <a:endParaRPr lang="es-PE" sz="2800" kern="1200" dirty="0"/>
        </a:p>
      </dsp:txBody>
      <dsp:txXfrm>
        <a:off x="456905" y="3938210"/>
        <a:ext cx="9592538" cy="606087"/>
      </dsp:txXfrm>
    </dsp:sp>
    <dsp:sp modelId="{5183A8F9-1038-45B1-AB53-3E45048E45E1}">
      <dsp:nvSpPr>
        <dsp:cNvPr id="0" name=""/>
        <dsp:cNvSpPr/>
      </dsp:nvSpPr>
      <dsp:spPr>
        <a:xfrm>
          <a:off x="78101" y="386244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EA511-1765-493E-843C-69B06074D171}">
      <dsp:nvSpPr>
        <dsp:cNvPr id="0" name=""/>
        <dsp:cNvSpPr/>
      </dsp:nvSpPr>
      <dsp:spPr>
        <a:xfrm>
          <a:off x="4950" y="471052"/>
          <a:ext cx="1841640" cy="736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Contrato firmado</a:t>
          </a:r>
          <a:endParaRPr lang="es-PE" sz="1200" kern="1200" dirty="0"/>
        </a:p>
      </dsp:txBody>
      <dsp:txXfrm>
        <a:off x="373278" y="471052"/>
        <a:ext cx="1104984" cy="736656"/>
      </dsp:txXfrm>
    </dsp:sp>
    <dsp:sp modelId="{FFE307B7-92FA-4C8F-85A8-623EE1E8D4E5}">
      <dsp:nvSpPr>
        <dsp:cNvPr id="0" name=""/>
        <dsp:cNvSpPr/>
      </dsp:nvSpPr>
      <dsp:spPr>
        <a:xfrm>
          <a:off x="1662427" y="471052"/>
          <a:ext cx="1841640" cy="736656"/>
        </a:xfrm>
        <a:prstGeom prst="chevron">
          <a:avLst/>
        </a:prstGeom>
        <a:solidFill>
          <a:schemeClr val="accent3">
            <a:shade val="50000"/>
            <a:hueOff val="-220843"/>
            <a:satOff val="-16440"/>
            <a:lumOff val="16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Registro en Plataforma</a:t>
          </a:r>
          <a:endParaRPr lang="es-PE" sz="1200" kern="1200" dirty="0"/>
        </a:p>
      </dsp:txBody>
      <dsp:txXfrm>
        <a:off x="2030755" y="471052"/>
        <a:ext cx="1104984" cy="736656"/>
      </dsp:txXfrm>
    </dsp:sp>
    <dsp:sp modelId="{67E8EA72-6F14-4BA4-84FE-15BA09DF9A46}">
      <dsp:nvSpPr>
        <dsp:cNvPr id="0" name=""/>
        <dsp:cNvSpPr/>
      </dsp:nvSpPr>
      <dsp:spPr>
        <a:xfrm>
          <a:off x="3319904" y="471052"/>
          <a:ext cx="1841640" cy="736656"/>
        </a:xfrm>
        <a:prstGeom prst="chevron">
          <a:avLst/>
        </a:prstGeom>
        <a:solidFill>
          <a:schemeClr val="accent3">
            <a:shade val="50000"/>
            <a:hueOff val="-441687"/>
            <a:satOff val="-32880"/>
            <a:lumOff val="332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Reunión de </a:t>
          </a:r>
          <a:r>
            <a:rPr lang="es-ES" sz="1200" kern="1200" dirty="0" err="1"/>
            <a:t>KickOff</a:t>
          </a:r>
          <a:endParaRPr lang="es-PE" sz="1200" kern="1200" dirty="0"/>
        </a:p>
      </dsp:txBody>
      <dsp:txXfrm>
        <a:off x="3688232" y="471052"/>
        <a:ext cx="1104984" cy="736656"/>
      </dsp:txXfrm>
    </dsp:sp>
    <dsp:sp modelId="{5FAD4A21-7DA4-4DF5-A3F8-BE119D0B3E89}">
      <dsp:nvSpPr>
        <dsp:cNvPr id="0" name=""/>
        <dsp:cNvSpPr/>
      </dsp:nvSpPr>
      <dsp:spPr>
        <a:xfrm>
          <a:off x="4977380" y="471052"/>
          <a:ext cx="1841640" cy="736656"/>
        </a:xfrm>
        <a:prstGeom prst="chevron">
          <a:avLst/>
        </a:prstGeom>
        <a:solidFill>
          <a:schemeClr val="accent3">
            <a:shade val="50000"/>
            <a:hueOff val="-662530"/>
            <a:satOff val="-49320"/>
            <a:lumOff val="4988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Carga de Documentos </a:t>
          </a:r>
          <a:endParaRPr lang="es-PE" sz="1200" kern="1200" dirty="0"/>
        </a:p>
      </dsp:txBody>
      <dsp:txXfrm>
        <a:off x="5345708" y="471052"/>
        <a:ext cx="1104984" cy="736656"/>
      </dsp:txXfrm>
    </dsp:sp>
    <dsp:sp modelId="{4332DFE0-9EC2-4A5F-8870-1BCD3FF6FA02}">
      <dsp:nvSpPr>
        <dsp:cNvPr id="0" name=""/>
        <dsp:cNvSpPr/>
      </dsp:nvSpPr>
      <dsp:spPr>
        <a:xfrm>
          <a:off x="6634857" y="471052"/>
          <a:ext cx="1841640" cy="736656"/>
        </a:xfrm>
        <a:prstGeom prst="chevron">
          <a:avLst/>
        </a:prstGeom>
        <a:solidFill>
          <a:schemeClr val="accent3">
            <a:shade val="50000"/>
            <a:hueOff val="-441687"/>
            <a:satOff val="-32880"/>
            <a:lumOff val="332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Aprobación de Documentos</a:t>
          </a:r>
          <a:endParaRPr lang="es-PE" sz="1200" kern="1200" dirty="0"/>
        </a:p>
      </dsp:txBody>
      <dsp:txXfrm>
        <a:off x="7003185" y="471052"/>
        <a:ext cx="1104984" cy="736656"/>
      </dsp:txXfrm>
    </dsp:sp>
    <dsp:sp modelId="{2CF6C37E-7314-45E9-9F53-3A7F623A7994}">
      <dsp:nvSpPr>
        <dsp:cNvPr id="0" name=""/>
        <dsp:cNvSpPr/>
      </dsp:nvSpPr>
      <dsp:spPr>
        <a:xfrm>
          <a:off x="8292334" y="471052"/>
          <a:ext cx="1841640" cy="736656"/>
        </a:xfrm>
        <a:prstGeom prst="chevron">
          <a:avLst/>
        </a:prstGeom>
        <a:solidFill>
          <a:schemeClr val="accent3">
            <a:shade val="50000"/>
            <a:hueOff val="-220843"/>
            <a:satOff val="-16440"/>
            <a:lumOff val="16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Emisión de </a:t>
          </a:r>
          <a:r>
            <a:rPr lang="es-ES" sz="1200" kern="1200" dirty="0" err="1"/>
            <a:t>Fotocheck</a:t>
          </a:r>
          <a:r>
            <a:rPr lang="es-ES" sz="1200" kern="1200" dirty="0"/>
            <a:t> Virtual</a:t>
          </a:r>
          <a:endParaRPr lang="es-PE" sz="1400" kern="1200" dirty="0"/>
        </a:p>
      </dsp:txBody>
      <dsp:txXfrm>
        <a:off x="8660662" y="471052"/>
        <a:ext cx="1104984" cy="7366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3943FF-E0A9-4717-8B26-4BDFCF530C8C}">
      <dsp:nvSpPr>
        <dsp:cNvPr id="0" name=""/>
        <dsp:cNvSpPr/>
      </dsp:nvSpPr>
      <dsp:spPr>
        <a:xfrm>
          <a:off x="2475" y="833682"/>
          <a:ext cx="2203038" cy="881215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Carga de Documentos</a:t>
          </a:r>
          <a:endParaRPr lang="es-PE" sz="1200" kern="1200" dirty="0"/>
        </a:p>
      </dsp:txBody>
      <dsp:txXfrm>
        <a:off x="443083" y="833682"/>
        <a:ext cx="1321823" cy="881215"/>
      </dsp:txXfrm>
    </dsp:sp>
    <dsp:sp modelId="{957E36BC-13DC-46F3-9B16-55246B5F1340}">
      <dsp:nvSpPr>
        <dsp:cNvPr id="0" name=""/>
        <dsp:cNvSpPr/>
      </dsp:nvSpPr>
      <dsp:spPr>
        <a:xfrm>
          <a:off x="1985209" y="833682"/>
          <a:ext cx="2203038" cy="881215"/>
        </a:xfrm>
        <a:prstGeom prst="chevron">
          <a:avLst/>
        </a:prstGeom>
        <a:solidFill>
          <a:schemeClr val="accent3">
            <a:shade val="50000"/>
            <a:hueOff val="-265012"/>
            <a:satOff val="-19728"/>
            <a:lumOff val="199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Verificación de Documentos</a:t>
          </a:r>
          <a:endParaRPr lang="es-PE" sz="1200" kern="1200" dirty="0"/>
        </a:p>
      </dsp:txBody>
      <dsp:txXfrm>
        <a:off x="2425817" y="833682"/>
        <a:ext cx="1321823" cy="881215"/>
      </dsp:txXfrm>
    </dsp:sp>
    <dsp:sp modelId="{1424AD69-BDEE-41F8-9B61-7D00334C66C5}">
      <dsp:nvSpPr>
        <dsp:cNvPr id="0" name=""/>
        <dsp:cNvSpPr/>
      </dsp:nvSpPr>
      <dsp:spPr>
        <a:xfrm>
          <a:off x="3967943" y="833682"/>
          <a:ext cx="2203038" cy="881215"/>
        </a:xfrm>
        <a:prstGeom prst="chevron">
          <a:avLst/>
        </a:prstGeom>
        <a:solidFill>
          <a:schemeClr val="accent3">
            <a:shade val="50000"/>
            <a:hueOff val="-530024"/>
            <a:satOff val="-39456"/>
            <a:lumOff val="399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Notificación de Resultados</a:t>
          </a:r>
          <a:endParaRPr lang="es-PE" sz="1200" kern="1200" dirty="0"/>
        </a:p>
      </dsp:txBody>
      <dsp:txXfrm>
        <a:off x="4408551" y="833682"/>
        <a:ext cx="1321823" cy="881215"/>
      </dsp:txXfrm>
    </dsp:sp>
    <dsp:sp modelId="{FD611C83-0B03-4D74-9ED6-57907A9F6CF3}">
      <dsp:nvSpPr>
        <dsp:cNvPr id="0" name=""/>
        <dsp:cNvSpPr/>
      </dsp:nvSpPr>
      <dsp:spPr>
        <a:xfrm>
          <a:off x="5950678" y="833682"/>
          <a:ext cx="2203038" cy="881215"/>
        </a:xfrm>
        <a:prstGeom prst="chevron">
          <a:avLst/>
        </a:prstGeom>
        <a:solidFill>
          <a:schemeClr val="accent3">
            <a:shade val="50000"/>
            <a:hueOff val="-530024"/>
            <a:satOff val="-39456"/>
            <a:lumOff val="399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Regularización de Observaciones</a:t>
          </a:r>
          <a:endParaRPr lang="es-PE" sz="1200" kern="1200" dirty="0"/>
        </a:p>
      </dsp:txBody>
      <dsp:txXfrm>
        <a:off x="6391286" y="833682"/>
        <a:ext cx="1321823" cy="881215"/>
      </dsp:txXfrm>
    </dsp:sp>
    <dsp:sp modelId="{E87270FB-6953-4253-B51A-31179F5FC6A3}">
      <dsp:nvSpPr>
        <dsp:cNvPr id="0" name=""/>
        <dsp:cNvSpPr/>
      </dsp:nvSpPr>
      <dsp:spPr>
        <a:xfrm>
          <a:off x="7933412" y="833682"/>
          <a:ext cx="2203038" cy="881215"/>
        </a:xfrm>
        <a:prstGeom prst="chevron">
          <a:avLst/>
        </a:prstGeom>
        <a:solidFill>
          <a:schemeClr val="accent3">
            <a:shade val="50000"/>
            <a:hueOff val="-265012"/>
            <a:satOff val="-19728"/>
            <a:lumOff val="199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Comunicación al Gestor</a:t>
          </a:r>
          <a:endParaRPr lang="es-PE" sz="1200" kern="1200" dirty="0"/>
        </a:p>
      </dsp:txBody>
      <dsp:txXfrm>
        <a:off x="8374020" y="833682"/>
        <a:ext cx="1321823" cy="8812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CB119-C3D6-4798-B31D-602D9AAA817F}">
      <dsp:nvSpPr>
        <dsp:cNvPr id="0" name=""/>
        <dsp:cNvSpPr/>
      </dsp:nvSpPr>
      <dsp:spPr>
        <a:xfrm>
          <a:off x="-5480375" y="-839109"/>
          <a:ext cx="6525366" cy="6525366"/>
        </a:xfrm>
        <a:prstGeom prst="blockArc">
          <a:avLst>
            <a:gd name="adj1" fmla="val 18900000"/>
            <a:gd name="adj2" fmla="val 2700000"/>
            <a:gd name="adj3" fmla="val 33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414BC9-C91B-4C28-BA7E-17A52B189578}">
      <dsp:nvSpPr>
        <dsp:cNvPr id="0" name=""/>
        <dsp:cNvSpPr/>
      </dsp:nvSpPr>
      <dsp:spPr>
        <a:xfrm>
          <a:off x="456905" y="302849"/>
          <a:ext cx="9592538" cy="606087"/>
        </a:xfrm>
        <a:prstGeom prst="rect">
          <a:avLst/>
        </a:prstGeom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Proceso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Licitación</a:t>
          </a:r>
        </a:p>
      </dsp:txBody>
      <dsp:txXfrm>
        <a:off x="456905" y="302849"/>
        <a:ext cx="9592538" cy="606087"/>
      </dsp:txXfrm>
    </dsp:sp>
    <dsp:sp modelId="{EBFC7813-C8F2-4C7F-833B-1B11961C8513}">
      <dsp:nvSpPr>
        <dsp:cNvPr id="0" name=""/>
        <dsp:cNvSpPr/>
      </dsp:nvSpPr>
      <dsp:spPr>
        <a:xfrm>
          <a:off x="78101" y="22708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7F1A6-BCD4-4BB0-BF56-189CBFF9C22C}">
      <dsp:nvSpPr>
        <dsp:cNvPr id="0" name=""/>
        <dsp:cNvSpPr/>
      </dsp:nvSpPr>
      <dsp:spPr>
        <a:xfrm>
          <a:off x="891210" y="1211690"/>
          <a:ext cx="9158234" cy="606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Calificación de Proveedores</a:t>
          </a:r>
          <a:endParaRPr lang="es-PE" sz="3100" kern="1200" dirty="0"/>
        </a:p>
      </dsp:txBody>
      <dsp:txXfrm>
        <a:off x="891210" y="1211690"/>
        <a:ext cx="9158234" cy="606087"/>
      </dsp:txXfrm>
    </dsp:sp>
    <dsp:sp modelId="{45DD9CD2-EB07-494E-8F30-0BF8F4AF73E6}">
      <dsp:nvSpPr>
        <dsp:cNvPr id="0" name=""/>
        <dsp:cNvSpPr/>
      </dsp:nvSpPr>
      <dsp:spPr>
        <a:xfrm>
          <a:off x="512405" y="113592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DE696-106D-418F-9CDF-87B96D1C7395}">
      <dsp:nvSpPr>
        <dsp:cNvPr id="0" name=""/>
        <dsp:cNvSpPr/>
      </dsp:nvSpPr>
      <dsp:spPr>
        <a:xfrm>
          <a:off x="1024506" y="2120530"/>
          <a:ext cx="9024937" cy="606087"/>
        </a:xfrm>
        <a:prstGeom prst="rect">
          <a:avLst/>
        </a:prstGeom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Alcance Técnico</a:t>
          </a:r>
        </a:p>
      </dsp:txBody>
      <dsp:txXfrm>
        <a:off x="1024506" y="2120530"/>
        <a:ext cx="9024937" cy="606087"/>
      </dsp:txXfrm>
    </dsp:sp>
    <dsp:sp modelId="{340A85CA-D7A9-4757-B953-553340397E65}">
      <dsp:nvSpPr>
        <dsp:cNvPr id="0" name=""/>
        <dsp:cNvSpPr/>
      </dsp:nvSpPr>
      <dsp:spPr>
        <a:xfrm>
          <a:off x="626557" y="2047284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87E0A-D900-4447-BFCC-47042EF82AE5}">
      <dsp:nvSpPr>
        <dsp:cNvPr id="0" name=""/>
        <dsp:cNvSpPr/>
      </dsp:nvSpPr>
      <dsp:spPr>
        <a:xfrm>
          <a:off x="891210" y="3029370"/>
          <a:ext cx="9158234" cy="606087"/>
        </a:xfrm>
        <a:prstGeom prst="rect">
          <a:avLst/>
        </a:prstGeom>
        <a:solidFill>
          <a:srgbClr val="E5621B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100" b="1" kern="1200" dirty="0"/>
            <a:t>Control de </a:t>
          </a:r>
          <a:r>
            <a:rPr lang="es-PE" sz="31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Contratistas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</a:t>
          </a:r>
          <a:endParaRPr lang="es-PE" sz="3100" b="1" kern="1200" dirty="0">
            <a:solidFill>
              <a:srgbClr val="F2EAE2"/>
            </a:solidFill>
            <a:latin typeface="Aeonik Pro"/>
            <a:ea typeface="+mn-ea"/>
            <a:cs typeface="+mn-cs"/>
          </a:endParaRPr>
        </a:p>
      </dsp:txBody>
      <dsp:txXfrm>
        <a:off x="891210" y="3029370"/>
        <a:ext cx="9158234" cy="606087"/>
      </dsp:txXfrm>
    </dsp:sp>
    <dsp:sp modelId="{0928EBEF-B41A-4CB9-930B-559C73FC97C1}">
      <dsp:nvSpPr>
        <dsp:cNvPr id="0" name=""/>
        <dsp:cNvSpPr/>
      </dsp:nvSpPr>
      <dsp:spPr>
        <a:xfrm>
          <a:off x="501708" y="2932358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6D9D1-ED5C-4AD9-ABCD-8413E96023DB}">
      <dsp:nvSpPr>
        <dsp:cNvPr id="0" name=""/>
        <dsp:cNvSpPr/>
      </dsp:nvSpPr>
      <dsp:spPr>
        <a:xfrm>
          <a:off x="456905" y="3938210"/>
          <a:ext cx="9592538" cy="606087"/>
        </a:xfrm>
        <a:prstGeom prst="rect">
          <a:avLst/>
        </a:prstGeom>
        <a:solidFill>
          <a:srgbClr val="000000">
            <a:lumMod val="75000"/>
          </a:srgbClr>
        </a:solidFill>
        <a:ln w="19050" cap="flat" cmpd="sng" algn="ctr">
          <a:solidFill>
            <a:srgbClr val="F2EAE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1082" tIns="78740" rIns="78740" bIns="7874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800" b="1" kern="1200" dirty="0"/>
            <a:t>Requerimientos de Seguridad </a:t>
          </a:r>
          <a:r>
            <a:rPr lang="es-PE" sz="2400" b="1" kern="1200" dirty="0">
              <a:solidFill>
                <a:srgbClr val="F2EAE2"/>
              </a:solidFill>
              <a:latin typeface="Aeonik Pro"/>
              <a:ea typeface="+mn-ea"/>
              <a:cs typeface="+mn-cs"/>
            </a:rPr>
            <a:t>– Solo para servicios en campo</a:t>
          </a:r>
          <a:r>
            <a:rPr lang="es-PE" sz="2400" b="1" kern="1200" dirty="0"/>
            <a:t>  </a:t>
          </a:r>
          <a:endParaRPr lang="es-PE" sz="2800" kern="1200" dirty="0"/>
        </a:p>
      </dsp:txBody>
      <dsp:txXfrm>
        <a:off x="456905" y="3938210"/>
        <a:ext cx="9592538" cy="606087"/>
      </dsp:txXfrm>
    </dsp:sp>
    <dsp:sp modelId="{5183A8F9-1038-45B1-AB53-3E45048E45E1}">
      <dsp:nvSpPr>
        <dsp:cNvPr id="0" name=""/>
        <dsp:cNvSpPr/>
      </dsp:nvSpPr>
      <dsp:spPr>
        <a:xfrm>
          <a:off x="78101" y="3862449"/>
          <a:ext cx="757609" cy="7576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2C9F6-338F-4D71-B68B-2DECAE4A29E7}" type="datetimeFigureOut">
              <a:rPr lang="es-PE" smtClean="0"/>
              <a:t>14/08/2026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51D31-FC9B-4E6D-8E94-7126E6698F9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171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2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0F2C2A9-8329-8A6C-F25A-C61E6596B14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797" r="46914" b="52492"/>
          <a:stretch/>
        </p:blipFill>
        <p:spPr>
          <a:xfrm>
            <a:off x="8641021" y="3429000"/>
            <a:ext cx="355097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2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EDEAADC-03B0-C26E-9368-254155982DE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2599" b="22599"/>
          <a:stretch/>
        </p:blipFill>
        <p:spPr>
          <a:xfrm>
            <a:off x="205848" y="0"/>
            <a:ext cx="11765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1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7520532-1BE7-B227-B66E-5CB84DD009D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3497" b="23498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3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2C9FB-4313-3DB6-9941-AD569F71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9CB9B-D3D9-248E-AC8B-CB289717C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6BF5F-D740-62D1-9E18-E18F6495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E217-7BF5-4876-B3DD-5220305F271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FB75A-87F5-DCBA-AACE-337DBFFE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1DF32-C1A4-C104-D310-8D3925287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077D-B902-4E1C-93F6-DA35EAFA472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7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DBD6-EA79-0426-2077-25BE11F30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85F2-ADCE-A1C4-213D-41EE214A2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9723B-EC81-36ED-505E-024CC7AD1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87448-B7DF-9202-F071-45B6E9DF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E217-7BF5-4876-B3DD-5220305F271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1804C-2EFD-D9DE-0F3B-3FBDE0EF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3525A-FF05-7B64-FCFB-0FAE80D9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077D-B902-4E1C-93F6-DA35EAFA472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0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CF7B-F818-7933-A59A-D3EA6468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E9769-4F92-BF15-1416-E003F6F5E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9D896-ECBF-6E50-608B-FDB15080B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3F218-23D8-3EC2-DD82-7C9055D12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CB51F8-506D-F1BF-0A1B-FA446A76F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D575F9-AD7D-DD2D-4D6B-3C954695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E217-7BF5-4876-B3DD-5220305F271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BC9EC-ADFC-A766-129F-3C361087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6D5DC-AC81-97D0-6ED8-B379F064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077D-B902-4E1C-93F6-DA35EAFA472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85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B84BC-B69E-BFE6-7A20-DF96936F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A146B7-20FF-8433-EAA2-D60DB113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E217-7BF5-4876-B3DD-5220305F271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7DE66-E61C-5139-4C07-5349BC9A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97745-7B50-C17F-295D-50CF23D9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077D-B902-4E1C-93F6-DA35EAFA472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5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C987653-AD7D-353A-F5B7-C650FD38CEE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128" r="22054" b="11127"/>
          <a:stretch/>
        </p:blipFill>
        <p:spPr>
          <a:xfrm>
            <a:off x="5715801" y="0"/>
            <a:ext cx="6476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4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C987653-AD7D-353A-F5B7-C650FD38CEE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128" r="22054" b="11127"/>
          <a:stretch/>
        </p:blipFill>
        <p:spPr>
          <a:xfrm rot="10800000">
            <a:off x="0" y="0"/>
            <a:ext cx="6476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8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urface with a pink background&#10;&#10;Description automatically generated with medium confidence">
            <a:extLst>
              <a:ext uri="{FF2B5EF4-FFF2-40B4-BE49-F238E27FC236}">
                <a16:creationId xmlns:a16="http://schemas.microsoft.com/office/drawing/2014/main" id="{6B8EEBD4-F1BE-33DB-29C0-E712628B13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1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n orange background&#10;&#10;Description automatically generated">
            <a:extLst>
              <a:ext uri="{FF2B5EF4-FFF2-40B4-BE49-F238E27FC236}">
                <a16:creationId xmlns:a16="http://schemas.microsoft.com/office/drawing/2014/main" id="{9494B828-0862-186B-A8BD-CBC27F975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DE3EB71-7962-23B6-6AD9-9E3D2E26B5D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497" b="23498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DDA6DF2-C073-3D19-D503-CF81B66A5A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3133" y="3031958"/>
            <a:ext cx="3945734" cy="79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40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n orange background&#10;&#10;Description automatically generated">
            <a:extLst>
              <a:ext uri="{FF2B5EF4-FFF2-40B4-BE49-F238E27FC236}">
                <a16:creationId xmlns:a16="http://schemas.microsoft.com/office/drawing/2014/main" id="{9494B828-0862-186B-A8BD-CBC27F975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DE3EB71-7962-23B6-6AD9-9E3D2E26B5D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497" b="23498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A group of people standing in front of a sunset&#10;&#10;Description automatically generated">
            <a:extLst>
              <a:ext uri="{FF2B5EF4-FFF2-40B4-BE49-F238E27FC236}">
                <a16:creationId xmlns:a16="http://schemas.microsoft.com/office/drawing/2014/main" id="{FB5A0CC4-9DFE-38BB-BC7F-CDC6A37D99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0" b="7881"/>
          <a:stretch/>
        </p:blipFill>
        <p:spPr>
          <a:xfrm>
            <a:off x="-8021" y="0"/>
            <a:ext cx="122080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2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n orange background&#10;&#10;Description automatically generated">
            <a:extLst>
              <a:ext uri="{FF2B5EF4-FFF2-40B4-BE49-F238E27FC236}">
                <a16:creationId xmlns:a16="http://schemas.microsoft.com/office/drawing/2014/main" id="{9494B828-0862-186B-A8BD-CBC27F975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DE3EB71-7962-23B6-6AD9-9E3D2E26B5D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497" b="23498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6BCCB16-6014-A983-B95A-1FDBE02FA8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0931" y="132347"/>
            <a:ext cx="6210138" cy="659330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0A52588-EA70-C8E5-1D3A-456798F419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3133" y="3031958"/>
            <a:ext cx="3945734" cy="79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07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2314-FEBF-70C3-A506-52FC2FD4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61EC3E-1724-BBD9-5444-9C12D66FD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BFD1F-3F7C-69EE-D9A0-CE11879E8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FEB1A-516E-EE9B-37FC-9F916FC3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E217-7BF5-4876-B3DD-5220305F271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DFD46-5181-49BC-CCA8-4494A6AF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97A3F-1CA9-24BA-49A5-B641C190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077D-B902-4E1C-93F6-DA35EAFA472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42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97A6-B0F8-CA15-D23B-06942F15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582A5-1739-D3D1-D38D-C370CF95B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10294-42FD-5C16-EE0D-F0735BE5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E217-7BF5-4876-B3DD-5220305F271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87535-D1EE-BAB9-E497-6BF4EFAE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7A63C-6BA5-1A87-9AB6-1348C04A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077D-B902-4E1C-93F6-DA35EAFA472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01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AF36B-9770-3701-3DE0-60A2BE8B1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CF571-E753-1522-C9B3-192164108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D56E6-5140-D2AD-EB9F-D1629C2B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E217-7BF5-4876-B3DD-5220305F271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D543D-30DE-318C-3CC4-DF7410A5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CDAC7-79B5-FE61-A2EC-7D8AC8F9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077D-B902-4E1C-93F6-DA35EAFA472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52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0111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ggetto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1636085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360" imgH="360" progId="TCLayout.ActiveDocument.1">
                  <p:embed/>
                </p:oleObj>
              </mc:Choice>
              <mc:Fallback>
                <p:oleObj name="Diapositiva think-cell" r:id="rId3" imgW="360" imgH="360" progId="TCLayout.ActiveDocument.1">
                  <p:embed/>
                  <p:pic>
                    <p:nvPicPr>
                      <p:cNvPr id="7" name="Oggetto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61" y="2297268"/>
            <a:ext cx="7503579" cy="40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7340"/>
            <a:ext cx="10972800" cy="839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151175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8FF9C1C-A991-4F5E-8107-F0F98EF71D1D}" type="datetime1">
              <a:rPr lang="en-GB" smtClean="0"/>
              <a:t>14/08/2026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1"/>
            <a:ext cx="3901440" cy="151175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085368"/>
            <a:ext cx="8375651" cy="276998"/>
          </a:xfrm>
        </p:spPr>
        <p:txBody>
          <a:bodyPr rIns="0">
            <a:noAutofit/>
          </a:bodyPr>
          <a:lstStyle>
            <a:lvl1pPr>
              <a:defRPr sz="1866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0576" y="6597352"/>
            <a:ext cx="76200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1067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defTabSz="914330"/>
            <a:fld id="{1ED2235E-0982-3B42-A838-A74550CD4449}" type="slidenum">
              <a:rPr lang="en-GB" smtClean="0">
                <a:solidFill>
                  <a:srgbClr val="C6C6C6">
                    <a:lumMod val="75000"/>
                  </a:srgbClr>
                </a:solidFill>
                <a:latin typeface="Arial"/>
              </a:rPr>
              <a:pPr defTabSz="914330"/>
              <a:t>‹Nº›</a:t>
            </a:fld>
            <a:endParaRPr lang="en-GB" dirty="0">
              <a:solidFill>
                <a:srgbClr val="C6C6C6">
                  <a:lumMod val="75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564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772213" y="6264006"/>
            <a:ext cx="1510612" cy="167972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F8EEDE2B-4951-7742-A2AB-6ED26DAF47B2}" type="datetime1">
              <a:rPr lang="en-GB" smtClean="0">
                <a:solidFill>
                  <a:srgbClr val="C6C6C6">
                    <a:lumMod val="75000"/>
                  </a:srgbClr>
                </a:solidFill>
              </a:rPr>
              <a:pPr/>
              <a:t>14/08/2026</a:t>
            </a:fld>
            <a:endParaRPr lang="en-GB" dirty="0">
              <a:solidFill>
                <a:srgbClr val="C6C6C6">
                  <a:lumMod val="75000"/>
                </a:srgbClr>
              </a:solidFill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82827" y="6264006"/>
            <a:ext cx="8381999" cy="167972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>
                <a:solidFill>
                  <a:srgbClr val="C6C6C6">
                    <a:lumMod val="75000"/>
                  </a:srgbClr>
                </a:solidFill>
              </a:rPr>
              <a:t>Presentation footer 10PT grey. Please add the relevant country to the footer.</a:t>
            </a:r>
            <a:endParaRPr lang="en-GB" dirty="0">
              <a:solidFill>
                <a:srgbClr val="C6C6C6">
                  <a:lumMod val="75000"/>
                </a:srgbClr>
              </a:solidFill>
            </a:endParaRP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64825" y="6264006"/>
            <a:ext cx="762000" cy="167972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smtClean="0">
                <a:solidFill>
                  <a:srgbClr val="C6C6C6">
                    <a:lumMod val="75000"/>
                  </a:srgbClr>
                </a:solidFill>
              </a:rPr>
              <a:pPr/>
              <a:t>‹Nº›</a:t>
            </a:fld>
            <a:endParaRPr lang="en-GB" dirty="0">
              <a:solidFill>
                <a:srgbClr val="C6C6C6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1180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7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952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723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35E8AD-3657-7751-204E-06C5B5F0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0B248-8BCC-717C-E9FF-ADC18EC47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4298C-174B-7988-5083-828A7B2FA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8E217-7BF5-4876-B3DD-5220305F271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805CA-DD16-AA7B-EE1B-D6DF4514B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CBD1-A966-AD71-E930-C211E4A53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8077D-B902-4E1C-93F6-DA35EAFA472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49B9A98-5DFB-7D24-A682-0EC45BD7E0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44350" y="63500"/>
            <a:ext cx="5318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5208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64" r:id="rId9"/>
    <p:sldLayoutId id="2147483665" r:id="rId10"/>
    <p:sldLayoutId id="2147483656" r:id="rId11"/>
    <p:sldLayoutId id="2147483662" r:id="rId12"/>
    <p:sldLayoutId id="2147483661" r:id="rId13"/>
    <p:sldLayoutId id="2147483657" r:id="rId14"/>
    <p:sldLayoutId id="2147483658" r:id="rId15"/>
    <p:sldLayoutId id="2147483659" r:id="rId16"/>
    <p:sldLayoutId id="2147483667" r:id="rId17"/>
    <p:sldLayoutId id="2147483687" r:id="rId18"/>
    <p:sldLayoutId id="2147483691" r:id="rId19"/>
    <p:sldLayoutId id="2147483692" r:id="rId20"/>
    <p:sldLayoutId id="214748369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1.jp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jpg"/><Relationship Id="rId2" Type="http://schemas.openxmlformats.org/officeDocument/2006/relationships/tags" Target="../tags/tag4.xml"/><Relationship Id="rId16" Type="http://schemas.openxmlformats.org/officeDocument/2006/relationships/image" Target="../media/image24.jpg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2.emf"/><Relationship Id="rId15" Type="http://schemas.openxmlformats.org/officeDocument/2006/relationships/image" Target="../media/image23.png"/><Relationship Id="rId10" Type="http://schemas.openxmlformats.org/officeDocument/2006/relationships/image" Target="../media/image18.jpe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7.jpe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6" Type="http://schemas.openxmlformats.org/officeDocument/2006/relationships/image" Target="../media/image44.png"/><Relationship Id="rId11" Type="http://schemas.openxmlformats.org/officeDocument/2006/relationships/hyperlink" Target="https://freepngimg.com/png/16778-target-high-quality-png" TargetMode="External"/><Relationship Id="rId5" Type="http://schemas.openxmlformats.org/officeDocument/2006/relationships/image" Target="../media/image26.png"/><Relationship Id="rId10" Type="http://schemas.openxmlformats.org/officeDocument/2006/relationships/image" Target="../media/image48.png"/><Relationship Id="rId4" Type="http://schemas.openxmlformats.org/officeDocument/2006/relationships/image" Target="../media/image43.emf"/><Relationship Id="rId9" Type="http://schemas.openxmlformats.org/officeDocument/2006/relationships/image" Target="../media/image4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13" Type="http://schemas.openxmlformats.org/officeDocument/2006/relationships/diagramColors" Target="../diagrams/colors7.xml"/><Relationship Id="rId18" Type="http://schemas.openxmlformats.org/officeDocument/2006/relationships/image" Target="../media/image52.png"/><Relationship Id="rId3" Type="http://schemas.openxmlformats.org/officeDocument/2006/relationships/oleObject" Target="../embeddings/oleObject4.bin"/><Relationship Id="rId7" Type="http://schemas.openxmlformats.org/officeDocument/2006/relationships/diagramQuickStyle" Target="../diagrams/quickStyle6.xml"/><Relationship Id="rId12" Type="http://schemas.openxmlformats.org/officeDocument/2006/relationships/diagramQuickStyle" Target="../diagrams/quickStyle7.xml"/><Relationship Id="rId17" Type="http://schemas.openxmlformats.org/officeDocument/2006/relationships/image" Target="../media/image51.jpe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0.jpeg"/><Relationship Id="rId1" Type="http://schemas.openxmlformats.org/officeDocument/2006/relationships/tags" Target="../tags/tag6.xml"/><Relationship Id="rId6" Type="http://schemas.openxmlformats.org/officeDocument/2006/relationships/diagramLayout" Target="../diagrams/layout6.xml"/><Relationship Id="rId11" Type="http://schemas.openxmlformats.org/officeDocument/2006/relationships/diagramLayout" Target="../diagrams/layout7.xml"/><Relationship Id="rId5" Type="http://schemas.openxmlformats.org/officeDocument/2006/relationships/diagramData" Target="../diagrams/data6.xml"/><Relationship Id="rId15" Type="http://schemas.openxmlformats.org/officeDocument/2006/relationships/image" Target="../media/image49.png"/><Relationship Id="rId10" Type="http://schemas.openxmlformats.org/officeDocument/2006/relationships/diagramData" Target="../diagrams/data7.xml"/><Relationship Id="rId4" Type="http://schemas.openxmlformats.org/officeDocument/2006/relationships/image" Target="../media/image43.emf"/><Relationship Id="rId9" Type="http://schemas.microsoft.com/office/2007/relationships/diagramDrawing" Target="../diagrams/drawing6.xml"/><Relationship Id="rId14" Type="http://schemas.microsoft.com/office/2007/relationships/diagramDrawing" Target="../diagrams/drawin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emf"/><Relationship Id="rId4" Type="http://schemas.openxmlformats.org/officeDocument/2006/relationships/package" Target="../embeddings/Microsoft_Excel_Worksheet.xls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10" Type="http://schemas.openxmlformats.org/officeDocument/2006/relationships/image" Target="../media/image63.pn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31024-8D6D-1EFB-F1D7-74F88F4A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1 Título">
            <a:extLst>
              <a:ext uri="{FF2B5EF4-FFF2-40B4-BE49-F238E27FC236}">
                <a16:creationId xmlns:a16="http://schemas.microsoft.com/office/drawing/2014/main" id="{E273B870-9B57-0CD1-79DC-3319B83D85B3}"/>
              </a:ext>
            </a:extLst>
          </p:cNvPr>
          <p:cNvSpPr txBox="1">
            <a:spLocks/>
          </p:cNvSpPr>
          <p:nvPr/>
        </p:nvSpPr>
        <p:spPr>
          <a:xfrm>
            <a:off x="322412" y="2692347"/>
            <a:ext cx="11549296" cy="3017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4350" b="0" i="0">
                <a:solidFill>
                  <a:schemeClr val="bg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s-CO" sz="2400" b="1" dirty="0">
                <a:solidFill>
                  <a:schemeClr val="tx1"/>
                </a:solidFill>
                <a:latin typeface="+mj-lt"/>
                <a:cs typeface="+mj-cs"/>
              </a:rPr>
              <a:t>Workshop Pre-Tender</a:t>
            </a:r>
            <a:endParaRPr lang="en-US" altLang="es-CO" sz="2400" dirty="0">
              <a:solidFill>
                <a:schemeClr val="tx1"/>
              </a:solidFill>
              <a:latin typeface="+mj-lt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s-CO" sz="1000" dirty="0">
              <a:solidFill>
                <a:schemeClr val="tx1"/>
              </a:solidFill>
              <a:latin typeface="+mj-lt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s-CO" sz="3000" b="1" dirty="0">
                <a:solidFill>
                  <a:schemeClr val="tx1"/>
                </a:solidFill>
                <a:latin typeface="+mj-lt"/>
                <a:cs typeface="+mj-cs"/>
              </a:rPr>
              <a:t>“</a:t>
            </a:r>
            <a:r>
              <a:rPr lang="es-ES" altLang="es-CO" sz="2800" b="1" dirty="0">
                <a:solidFill>
                  <a:schemeClr val="tx1"/>
                </a:solidFill>
                <a:latin typeface="+mj-lt"/>
                <a:cs typeface="+mj-cs"/>
              </a:rPr>
              <a:t>SERVICIO DE CONSULTORIA DE ESTIMACION DE RECURSO EOLICO</a:t>
            </a:r>
            <a:r>
              <a:rPr lang="en-US" altLang="es-CO" sz="2800" b="1" dirty="0">
                <a:solidFill>
                  <a:schemeClr val="tx1"/>
                </a:solidFill>
                <a:latin typeface="+mj-lt"/>
                <a:cs typeface="+mj-cs"/>
              </a:rPr>
              <a:t>”</a:t>
            </a:r>
            <a:br>
              <a:rPr lang="en-US" altLang="es-CO" sz="3200" b="1" dirty="0">
                <a:solidFill>
                  <a:schemeClr val="tx1"/>
                </a:solidFill>
                <a:latin typeface="+mj-lt"/>
                <a:cs typeface="+mj-cs"/>
              </a:rPr>
            </a:br>
            <a:br>
              <a:rPr lang="en-US" altLang="es-CO" sz="3200" dirty="0">
                <a:solidFill>
                  <a:schemeClr val="tx1"/>
                </a:solidFill>
                <a:latin typeface="+mj-lt"/>
                <a:cs typeface="+mj-cs"/>
              </a:rPr>
            </a:br>
            <a:endParaRPr lang="en-US" sz="32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pic>
        <p:nvPicPr>
          <p:cNvPr id="3" name="Imagen 2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54B84D4E-899A-A087-CF7E-95D09176DE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0264" r="4344" b="40407"/>
          <a:stretch/>
        </p:blipFill>
        <p:spPr>
          <a:xfrm>
            <a:off x="2881376" y="1415491"/>
            <a:ext cx="5614416" cy="1201745"/>
          </a:xfrm>
          <a:prstGeom prst="rect">
            <a:avLst/>
          </a:prstGeom>
        </p:spPr>
      </p:pic>
      <p:sp>
        <p:nvSpPr>
          <p:cNvPr id="2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42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F062E-E6BB-FF48-689F-70303B9A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4400" dirty="0"/>
              <a:t>AGENDA</a:t>
            </a:r>
            <a:br>
              <a:rPr lang="es-PE" sz="4400" dirty="0"/>
            </a:br>
            <a:endParaRPr lang="es-PE" dirty="0"/>
          </a:p>
        </p:txBody>
      </p:sp>
      <p:graphicFrame>
        <p:nvGraphicFramePr>
          <p:cNvPr id="4" name="Marcador de contenido 1">
            <a:extLst>
              <a:ext uri="{FF2B5EF4-FFF2-40B4-BE49-F238E27FC236}">
                <a16:creationId xmlns:a16="http://schemas.microsoft.com/office/drawing/2014/main" id="{F57499FB-E055-C9FF-7B6E-1B74A395B4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0569716"/>
              </p:ext>
            </p:extLst>
          </p:nvPr>
        </p:nvGraphicFramePr>
        <p:xfrm>
          <a:off x="1180226" y="1211028"/>
          <a:ext cx="10117000" cy="484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0778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9" name="26 Marcador de número de diapositiva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046288" y="6514387"/>
            <a:ext cx="761946" cy="16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tabLst>
                <a:tab pos="1057194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894" indent="-285729">
              <a:spcAft>
                <a:spcPts val="600"/>
              </a:spcAft>
              <a:buFont typeface="Lucida Grande"/>
              <a:buChar char="-"/>
              <a:tabLst>
                <a:tab pos="1057194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2912" indent="-228582">
              <a:spcAft>
                <a:spcPts val="600"/>
              </a:spcAft>
              <a:buFont typeface="Lucida Grande"/>
              <a:buChar char="-"/>
              <a:tabLst>
                <a:tab pos="1057194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077" indent="-228582">
              <a:spcAft>
                <a:spcPts val="600"/>
              </a:spcAft>
              <a:buFont typeface="Lucida Grande"/>
              <a:buChar char="-"/>
              <a:tabLst>
                <a:tab pos="1057194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242" indent="-228582">
              <a:spcAft>
                <a:spcPts val="600"/>
              </a:spcAft>
              <a:buFont typeface="Lucida Grande"/>
              <a:buChar char="-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407" indent="-228582" eaLnBrk="0" fontAlgn="base" hangingPunct="0">
              <a:spcBef>
                <a:spcPct val="0"/>
              </a:spcBef>
              <a:spcAft>
                <a:spcPts val="600"/>
              </a:spcAft>
              <a:buFont typeface="Lucida Grande"/>
              <a:buChar char="-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572" indent="-228582" eaLnBrk="0" fontAlgn="base" hangingPunct="0">
              <a:spcBef>
                <a:spcPct val="0"/>
              </a:spcBef>
              <a:spcAft>
                <a:spcPts val="600"/>
              </a:spcAft>
              <a:buFont typeface="Lucida Grande"/>
              <a:buChar char="-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8737" indent="-228582" eaLnBrk="0" fontAlgn="base" hangingPunct="0">
              <a:spcBef>
                <a:spcPct val="0"/>
              </a:spcBef>
              <a:spcAft>
                <a:spcPts val="600"/>
              </a:spcAft>
              <a:buFont typeface="Lucida Grande"/>
              <a:buChar char="-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5902" indent="-228582" eaLnBrk="0" fontAlgn="base" hangingPunct="0">
              <a:spcBef>
                <a:spcPct val="0"/>
              </a:spcBef>
              <a:spcAft>
                <a:spcPts val="600"/>
              </a:spcAft>
              <a:buFont typeface="Lucida Grande"/>
              <a:buChar char="-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fld id="{D86E70FF-DD63-459C-A6B1-24313FB9CD67}" type="slidenum">
              <a:rPr lang="en-GB" altLang="it-IT" smtClean="0">
                <a:solidFill>
                  <a:srgbClr val="959595"/>
                </a:solidFill>
                <a:latin typeface="+mn-lt"/>
              </a:rPr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</a:t>
            </a:fld>
            <a:endParaRPr lang="en-GB" altLang="it-IT" dirty="0">
              <a:solidFill>
                <a:srgbClr val="959595"/>
              </a:solidFill>
              <a:latin typeface="+mn-lt"/>
            </a:endParaRPr>
          </a:p>
        </p:txBody>
      </p:sp>
      <p:sp>
        <p:nvSpPr>
          <p:cNvPr id="13" name="Marcador de texto 5"/>
          <p:cNvSpPr txBox="1">
            <a:spLocks/>
          </p:cNvSpPr>
          <p:nvPr/>
        </p:nvSpPr>
        <p:spPr>
          <a:xfrm>
            <a:off x="762374" y="761132"/>
            <a:ext cx="8375063" cy="2769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/>
              <a:buNone/>
              <a:tabLst>
                <a:tab pos="792956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4313" indent="-21431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Lucida Grande"/>
              <a:buChar char="-"/>
              <a:tabLst>
                <a:tab pos="792956" algn="l"/>
              </a:tabLst>
              <a:defRPr sz="14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4813" indent="-20240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Lucida Grande"/>
              <a:buChar char="-"/>
              <a:tabLst>
                <a:tab pos="792956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004" indent="-20359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Lucida Grande"/>
              <a:buChar char="-"/>
              <a:tabLst>
                <a:tab pos="792956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6004" indent="-20359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Lucida Grande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s-PE" sz="2133" dirty="0">
                <a:solidFill>
                  <a:schemeClr val="accent1">
                    <a:lumMod val="75000"/>
                  </a:schemeClr>
                </a:solidFill>
              </a:rPr>
              <a:t>Información General de Licitación </a:t>
            </a:r>
          </a:p>
        </p:txBody>
      </p:sp>
      <p:sp>
        <p:nvSpPr>
          <p:cNvPr id="14" name="Titolo 1"/>
          <p:cNvSpPr txBox="1">
            <a:spLocks/>
          </p:cNvSpPr>
          <p:nvPr/>
        </p:nvSpPr>
        <p:spPr>
          <a:xfrm>
            <a:off x="762374" y="356875"/>
            <a:ext cx="8375063" cy="39495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s-PE" sz="2800" dirty="0"/>
              <a:t>Proceso de Licitación</a:t>
            </a:r>
          </a:p>
        </p:txBody>
      </p:sp>
      <p:sp>
        <p:nvSpPr>
          <p:cNvPr id="25" name="Cheurón 24"/>
          <p:cNvSpPr/>
          <p:nvPr/>
        </p:nvSpPr>
        <p:spPr>
          <a:xfrm>
            <a:off x="4875629" y="1880706"/>
            <a:ext cx="1321971" cy="306270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993" tIns="47997" rIns="95993" bIns="47997" rtlCol="0" anchor="ctr"/>
          <a:lstStyle/>
          <a:p>
            <a:endParaRPr lang="es-PE" sz="2666" dirty="0">
              <a:solidFill>
                <a:schemeClr val="tx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29206" y="1796098"/>
            <a:ext cx="3752954" cy="3908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it-IT" altLang="it-IT" sz="1940" b="1" dirty="0" err="1">
                <a:solidFill>
                  <a:srgbClr val="000000"/>
                </a:solidFill>
              </a:rPr>
              <a:t>Vigencia</a:t>
            </a:r>
            <a:endParaRPr lang="es-PE" sz="1940" dirty="0"/>
          </a:p>
        </p:txBody>
      </p:sp>
      <p:sp>
        <p:nvSpPr>
          <p:cNvPr id="3" name="Rectángulo 2"/>
          <p:cNvSpPr/>
          <p:nvPr/>
        </p:nvSpPr>
        <p:spPr>
          <a:xfrm>
            <a:off x="829206" y="2448979"/>
            <a:ext cx="3752954" cy="3908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it-IT" altLang="it-IT" sz="1940" b="1" dirty="0">
                <a:solidFill>
                  <a:srgbClr val="000000"/>
                </a:solidFill>
              </a:rPr>
              <a:t>Empresas</a:t>
            </a:r>
            <a:r>
              <a:rPr lang="it-IT" altLang="it-IT" sz="1092" b="1" dirty="0">
                <a:solidFill>
                  <a:srgbClr val="000000"/>
                </a:solidFill>
              </a:rPr>
              <a:t>  </a:t>
            </a:r>
            <a:r>
              <a:rPr lang="it-IT" altLang="it-IT" sz="1940" b="1" dirty="0">
                <a:solidFill>
                  <a:srgbClr val="000000"/>
                </a:solidFill>
              </a:rPr>
              <a:t>Invitadas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829206" y="3247514"/>
            <a:ext cx="3752954" cy="3908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it-IT" altLang="it-IT" sz="1940" b="1" dirty="0" err="1">
                <a:solidFill>
                  <a:srgbClr val="000000"/>
                </a:solidFill>
              </a:rPr>
              <a:t>Modalidad</a:t>
            </a:r>
            <a:r>
              <a:rPr lang="it-IT" altLang="it-IT" sz="1940" b="1" dirty="0">
                <a:solidFill>
                  <a:srgbClr val="000000"/>
                </a:solidFill>
              </a:rPr>
              <a:t> de </a:t>
            </a:r>
            <a:r>
              <a:rPr lang="it-IT" altLang="it-IT" sz="1940" b="1" dirty="0" err="1">
                <a:solidFill>
                  <a:srgbClr val="000000"/>
                </a:solidFill>
              </a:rPr>
              <a:t>adjudicación</a:t>
            </a:r>
            <a:endParaRPr lang="es-PE" sz="1940" dirty="0"/>
          </a:p>
        </p:txBody>
      </p:sp>
      <p:sp>
        <p:nvSpPr>
          <p:cNvPr id="19" name="Cheurón 18"/>
          <p:cNvSpPr/>
          <p:nvPr/>
        </p:nvSpPr>
        <p:spPr>
          <a:xfrm>
            <a:off x="4883995" y="2577297"/>
            <a:ext cx="1321971" cy="306270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993" tIns="47997" rIns="95993" bIns="47997" rtlCol="0" anchor="ctr"/>
          <a:lstStyle/>
          <a:p>
            <a:endParaRPr lang="es-PE" sz="2666" dirty="0">
              <a:solidFill>
                <a:schemeClr val="tx1"/>
              </a:solidFill>
            </a:endParaRPr>
          </a:p>
        </p:txBody>
      </p:sp>
      <p:sp>
        <p:nvSpPr>
          <p:cNvPr id="20" name="Cheurón 19"/>
          <p:cNvSpPr/>
          <p:nvPr/>
        </p:nvSpPr>
        <p:spPr>
          <a:xfrm>
            <a:off x="4875629" y="3333973"/>
            <a:ext cx="1321971" cy="306270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993" tIns="47997" rIns="95993" bIns="47997" rtlCol="0" anchor="ctr"/>
          <a:lstStyle/>
          <a:p>
            <a:endParaRPr lang="es-PE" sz="2666" dirty="0">
              <a:solidFill>
                <a:schemeClr val="tx1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6336013" y="1850174"/>
            <a:ext cx="4076950" cy="32316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1500" dirty="0">
                <a:solidFill>
                  <a:prstClr val="black"/>
                </a:solidFill>
              </a:rPr>
              <a:t>3 Años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6336013" y="2451726"/>
            <a:ext cx="5184210" cy="55399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419" sz="1500" dirty="0"/>
              <a:t>Proveedores registrados en el GM:</a:t>
            </a:r>
          </a:p>
          <a:p>
            <a:r>
              <a:rPr lang="es-PE" sz="1500" b="1" dirty="0"/>
              <a:t>SPPT10-5</a:t>
            </a:r>
            <a:r>
              <a:rPr lang="es-PE" sz="1500" dirty="0"/>
              <a:t> </a:t>
            </a:r>
            <a:r>
              <a:rPr lang="es-419" sz="1500" dirty="0"/>
              <a:t> – Servicios Profesionales</a:t>
            </a:r>
            <a:endParaRPr lang="es-PE" sz="1500" dirty="0"/>
          </a:p>
        </p:txBody>
      </p:sp>
      <p:sp>
        <p:nvSpPr>
          <p:cNvPr id="29" name="Rectángulo 28"/>
          <p:cNvSpPr/>
          <p:nvPr/>
        </p:nvSpPr>
        <p:spPr>
          <a:xfrm>
            <a:off x="6336013" y="3325525"/>
            <a:ext cx="5472221" cy="3231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PE" sz="1500" dirty="0"/>
              <a:t>Oferta económicamente más ventajosa.</a:t>
            </a:r>
          </a:p>
        </p:txBody>
      </p:sp>
      <p:pic>
        <p:nvPicPr>
          <p:cNvPr id="7" name="Imagen 6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5B4EEDC8-A036-6319-8107-6EFB6E059F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0264" r="4344" b="40407"/>
          <a:stretch/>
        </p:blipFill>
        <p:spPr>
          <a:xfrm>
            <a:off x="9650472" y="517092"/>
            <a:ext cx="2042769" cy="43724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DAC4E67-5D9D-F43C-5522-C08C62FE828F}"/>
              </a:ext>
            </a:extLst>
          </p:cNvPr>
          <p:cNvSpPr/>
          <p:nvPr/>
        </p:nvSpPr>
        <p:spPr>
          <a:xfrm>
            <a:off x="829206" y="4944614"/>
            <a:ext cx="3752954" cy="39087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it-IT" altLang="it-IT" sz="1940" b="1" dirty="0">
                <a:solidFill>
                  <a:srgbClr val="000000"/>
                </a:solidFill>
              </a:rPr>
              <a:t>Carta fianza de fiel cumplimiento </a:t>
            </a:r>
          </a:p>
        </p:txBody>
      </p:sp>
      <p:sp>
        <p:nvSpPr>
          <p:cNvPr id="8" name="Cheurón 20">
            <a:extLst>
              <a:ext uri="{FF2B5EF4-FFF2-40B4-BE49-F238E27FC236}">
                <a16:creationId xmlns:a16="http://schemas.microsoft.com/office/drawing/2014/main" id="{236A90B1-315E-515B-9159-6111831AE641}"/>
              </a:ext>
            </a:extLst>
          </p:cNvPr>
          <p:cNvSpPr/>
          <p:nvPr/>
        </p:nvSpPr>
        <p:spPr>
          <a:xfrm>
            <a:off x="4875629" y="5002125"/>
            <a:ext cx="1321971" cy="306270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993" tIns="47997" rIns="95993" bIns="47997" rtlCol="0" anchor="ctr"/>
          <a:lstStyle/>
          <a:p>
            <a:endParaRPr lang="es-PE" sz="2666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CCF52FF-A0B2-DD98-53EA-FB01C3FAC595}"/>
              </a:ext>
            </a:extLst>
          </p:cNvPr>
          <p:cNvSpPr/>
          <p:nvPr/>
        </p:nvSpPr>
        <p:spPr>
          <a:xfrm>
            <a:off x="6336013" y="4993677"/>
            <a:ext cx="4533026" cy="32316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s-PE" sz="1500" dirty="0"/>
              <a:t>No Aplica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36C038C-5674-9961-5845-C289207A13D7}"/>
              </a:ext>
            </a:extLst>
          </p:cNvPr>
          <p:cNvSpPr/>
          <p:nvPr/>
        </p:nvSpPr>
        <p:spPr>
          <a:xfrm>
            <a:off x="829206" y="4012770"/>
            <a:ext cx="3752954" cy="39087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it-IT" altLang="it-IT" sz="1940" b="1" dirty="0">
                <a:solidFill>
                  <a:srgbClr val="000000"/>
                </a:solidFill>
              </a:rPr>
              <a:t>Forma de pago</a:t>
            </a:r>
          </a:p>
        </p:txBody>
      </p:sp>
      <p:sp>
        <p:nvSpPr>
          <p:cNvPr id="16" name="Cheurón 20">
            <a:extLst>
              <a:ext uri="{FF2B5EF4-FFF2-40B4-BE49-F238E27FC236}">
                <a16:creationId xmlns:a16="http://schemas.microsoft.com/office/drawing/2014/main" id="{8C3C37D5-AC3F-EBB1-6FBC-F0729089BAA5}"/>
              </a:ext>
            </a:extLst>
          </p:cNvPr>
          <p:cNvSpPr/>
          <p:nvPr/>
        </p:nvSpPr>
        <p:spPr>
          <a:xfrm>
            <a:off x="4895949" y="4069703"/>
            <a:ext cx="1321971" cy="306270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993" tIns="47997" rIns="95993" bIns="47997" rtlCol="0" anchor="ctr"/>
          <a:lstStyle/>
          <a:p>
            <a:endParaRPr lang="es-PE" sz="2666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72933A6-5781-417C-78B3-F9DDD84D159F}"/>
              </a:ext>
            </a:extLst>
          </p:cNvPr>
          <p:cNvSpPr/>
          <p:nvPr/>
        </p:nvSpPr>
        <p:spPr>
          <a:xfrm>
            <a:off x="6336013" y="4044662"/>
            <a:ext cx="4533026" cy="3231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PE" sz="1500" dirty="0"/>
              <a:t>Crédito a 60 días</a:t>
            </a:r>
            <a:endParaRPr lang="en-US" sz="15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A9890A4-71B4-D81B-E14E-75E0B3AAF3A2}"/>
              </a:ext>
            </a:extLst>
          </p:cNvPr>
          <p:cNvSpPr/>
          <p:nvPr/>
        </p:nvSpPr>
        <p:spPr>
          <a:xfrm>
            <a:off x="829206" y="5850894"/>
            <a:ext cx="3752954" cy="3908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it-IT" altLang="it-IT" sz="1940" b="1" dirty="0" err="1">
                <a:solidFill>
                  <a:srgbClr val="000000"/>
                </a:solidFill>
              </a:rPr>
              <a:t>Fechas</a:t>
            </a:r>
            <a:r>
              <a:rPr lang="it-IT" altLang="it-IT" sz="1940" b="1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1" name="Cheurón 20">
            <a:extLst>
              <a:ext uri="{FF2B5EF4-FFF2-40B4-BE49-F238E27FC236}">
                <a16:creationId xmlns:a16="http://schemas.microsoft.com/office/drawing/2014/main" id="{90E93C5E-F3FF-02CB-EDF4-8F8355D96A8A}"/>
              </a:ext>
            </a:extLst>
          </p:cNvPr>
          <p:cNvSpPr/>
          <p:nvPr/>
        </p:nvSpPr>
        <p:spPr>
          <a:xfrm>
            <a:off x="4875627" y="5877951"/>
            <a:ext cx="1321971" cy="306270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993" tIns="47997" rIns="95993" bIns="47997" rtlCol="0" anchor="ctr"/>
          <a:lstStyle/>
          <a:p>
            <a:endParaRPr lang="es-PE" sz="2666" dirty="0">
              <a:solidFill>
                <a:schemeClr val="tx1"/>
              </a:solidFill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FF9DE11-44C3-AB80-FF9F-7C1C0CE8811A}"/>
              </a:ext>
            </a:extLst>
          </p:cNvPr>
          <p:cNvSpPr/>
          <p:nvPr/>
        </p:nvSpPr>
        <p:spPr>
          <a:xfrm>
            <a:off x="6336013" y="5352669"/>
            <a:ext cx="4533026" cy="1477328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s-PE" sz="1500" dirty="0"/>
              <a:t>• Workshop: 14/08/2026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500" dirty="0" err="1">
                <a:highlight>
                  <a:srgbClr val="FFFF00"/>
                </a:highlight>
              </a:rPr>
              <a:t>Confirmacion</a:t>
            </a:r>
            <a:r>
              <a:rPr lang="es-PE" sz="1500" dirty="0">
                <a:highlight>
                  <a:srgbClr val="FFFF00"/>
                </a:highlight>
              </a:rPr>
              <a:t> de </a:t>
            </a:r>
            <a:r>
              <a:rPr lang="es-PE" sz="1500" dirty="0" err="1">
                <a:highlight>
                  <a:srgbClr val="FFFF00"/>
                </a:highlight>
              </a:rPr>
              <a:t>Participacion</a:t>
            </a:r>
            <a:r>
              <a:rPr lang="es-PE" sz="1500" dirty="0">
                <a:highlight>
                  <a:srgbClr val="FFFF00"/>
                </a:highlight>
              </a:rPr>
              <a:t> de </a:t>
            </a:r>
            <a:r>
              <a:rPr lang="es-PE" sz="1500" dirty="0" err="1">
                <a:highlight>
                  <a:srgbClr val="FFFF00"/>
                </a:highlight>
              </a:rPr>
              <a:t>Licitacion</a:t>
            </a:r>
            <a:r>
              <a:rPr lang="es-PE" sz="1500" dirty="0">
                <a:highlight>
                  <a:srgbClr val="FFFF00"/>
                </a:highlight>
              </a:rPr>
              <a:t>: 17/08- Llenar </a:t>
            </a:r>
            <a:r>
              <a:rPr lang="es-PE" sz="1500" dirty="0" err="1">
                <a:highlight>
                  <a:srgbClr val="FFFF00"/>
                </a:highlight>
              </a:rPr>
              <a:t>Forms</a:t>
            </a:r>
            <a:endParaRPr lang="es-PE" sz="1500" dirty="0">
              <a:highlight>
                <a:srgbClr val="FFFF00"/>
              </a:highlight>
            </a:endParaRPr>
          </a:p>
          <a:p>
            <a:r>
              <a:rPr lang="es-PE" sz="1500" dirty="0"/>
              <a:t>• Fecha de consultas: 19/08/2026</a:t>
            </a:r>
          </a:p>
          <a:p>
            <a:r>
              <a:rPr lang="es-PE" sz="1500" dirty="0"/>
              <a:t>• Fecha de respuestas: 24/08/2026</a:t>
            </a:r>
          </a:p>
          <a:p>
            <a:r>
              <a:rPr lang="es-PE" sz="1500" dirty="0"/>
              <a:t>• Presentación de ofertas: 02/09/2026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0542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>
            <a:extLst>
              <a:ext uri="{FF2B5EF4-FFF2-40B4-BE49-F238E27FC236}">
                <a16:creationId xmlns:a16="http://schemas.microsoft.com/office/drawing/2014/main" id="{8D856987-26FB-200A-B5A8-DCE80923BEC7}"/>
              </a:ext>
            </a:extLst>
          </p:cNvPr>
          <p:cNvSpPr txBox="1">
            <a:spLocks/>
          </p:cNvSpPr>
          <p:nvPr/>
        </p:nvSpPr>
        <p:spPr bwMode="auto">
          <a:xfrm>
            <a:off x="5657376" y="4112290"/>
            <a:ext cx="669904" cy="135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7FC51872-BC3C-41DB-B22A-25C594C2DA03}" type="slidenum">
              <a:rPr lang="en-GB" altLang="pt-BR" sz="1213">
                <a:solidFill>
                  <a:srgbClr val="959595"/>
                </a:solidFill>
              </a:rPr>
              <a:pPr algn="r"/>
              <a:t>4</a:t>
            </a:fld>
            <a:endParaRPr lang="en-GB" altLang="pt-BR" sz="1213" dirty="0">
              <a:solidFill>
                <a:srgbClr val="959595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F360757-8DCB-C941-663C-FF6C8E274A27}"/>
              </a:ext>
            </a:extLst>
          </p:cNvPr>
          <p:cNvGrpSpPr/>
          <p:nvPr/>
        </p:nvGrpSpPr>
        <p:grpSpPr>
          <a:xfrm>
            <a:off x="920733" y="1773362"/>
            <a:ext cx="9578288" cy="4213539"/>
            <a:chOff x="433135" y="992302"/>
            <a:chExt cx="8171313" cy="3587258"/>
          </a:xfrm>
        </p:grpSpPr>
        <p:graphicFrame>
          <p:nvGraphicFramePr>
            <p:cNvPr id="5" name="Diagrama 4">
              <a:extLst>
                <a:ext uri="{FF2B5EF4-FFF2-40B4-BE49-F238E27FC236}">
                  <a16:creationId xmlns:a16="http://schemas.microsoft.com/office/drawing/2014/main" id="{07BC5920-4E46-4775-0201-3C838525939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70108308"/>
                </p:ext>
              </p:extLst>
            </p:nvPr>
          </p:nvGraphicFramePr>
          <p:xfrm>
            <a:off x="433135" y="1441436"/>
            <a:ext cx="8171313" cy="22035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3143068E-8E3B-B413-E53A-C9DE74FC770C}"/>
                </a:ext>
              </a:extLst>
            </p:cNvPr>
            <p:cNvGrpSpPr/>
            <p:nvPr/>
          </p:nvGrpSpPr>
          <p:grpSpPr>
            <a:xfrm>
              <a:off x="560800" y="992302"/>
              <a:ext cx="7683608" cy="3587258"/>
              <a:chOff x="560800" y="992302"/>
              <a:chExt cx="7683608" cy="3587258"/>
            </a:xfrm>
          </p:grpSpPr>
          <p:sp>
            <p:nvSpPr>
              <p:cNvPr id="11" name="CaixaDeTexto 41">
                <a:extLst>
                  <a:ext uri="{FF2B5EF4-FFF2-40B4-BE49-F238E27FC236}">
                    <a16:creationId xmlns:a16="http://schemas.microsoft.com/office/drawing/2014/main" id="{66E0E3C8-4041-25FE-6B0A-BE23B6AEE252}"/>
                  </a:ext>
                </a:extLst>
              </p:cNvPr>
              <p:cNvSpPr txBox="1"/>
              <p:nvPr/>
            </p:nvSpPr>
            <p:spPr>
              <a:xfrm>
                <a:off x="760989" y="3891711"/>
                <a:ext cx="1983402" cy="47673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just"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OBJETIVO</a:t>
                </a:r>
              </a:p>
              <a:p>
                <a:pPr algn="just"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Que los proveedores queden aptos para participar en las licitaciones</a:t>
                </a:r>
              </a:p>
            </p:txBody>
          </p:sp>
          <p:sp>
            <p:nvSpPr>
              <p:cNvPr id="12" name="CaixaDeTexto 47">
                <a:extLst>
                  <a:ext uri="{FF2B5EF4-FFF2-40B4-BE49-F238E27FC236}">
                    <a16:creationId xmlns:a16="http://schemas.microsoft.com/office/drawing/2014/main" id="{D29E9E3D-7039-9A28-EE18-E52E41FC669E}"/>
                  </a:ext>
                </a:extLst>
              </p:cNvPr>
              <p:cNvSpPr txBox="1"/>
              <p:nvPr/>
            </p:nvSpPr>
            <p:spPr>
              <a:xfrm>
                <a:off x="6097919" y="3785008"/>
                <a:ext cx="2080335" cy="7945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OBJETIVO</a:t>
                </a:r>
              </a:p>
              <a:p>
                <a:pPr algn="just"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Adjudicación al proveedor que presente la propuesta económicamente más ventajosa.</a:t>
                </a:r>
              </a:p>
              <a:p>
                <a:pPr algn="just">
                  <a:defRPr/>
                </a:pPr>
                <a:endParaRPr lang="es-ES_tradnl" sz="1213" dirty="0">
                  <a:solidFill>
                    <a:prstClr val="black"/>
                  </a:solidFill>
                  <a:latin typeface="Calibri Light" panose="020F0302020204030204" pitchFamily="34" charset="0"/>
                </a:endParaRPr>
              </a:p>
            </p:txBody>
          </p:sp>
          <p:sp>
            <p:nvSpPr>
              <p:cNvPr id="13" name="CaixaDeTexto 74">
                <a:extLst>
                  <a:ext uri="{FF2B5EF4-FFF2-40B4-BE49-F238E27FC236}">
                    <a16:creationId xmlns:a16="http://schemas.microsoft.com/office/drawing/2014/main" id="{CFBBE4FA-1B80-7292-BB06-95985F9BEE40}"/>
                  </a:ext>
                </a:extLst>
              </p:cNvPr>
              <p:cNvSpPr txBox="1"/>
              <p:nvPr/>
            </p:nvSpPr>
            <p:spPr>
              <a:xfrm>
                <a:off x="3585969" y="3773966"/>
                <a:ext cx="1983401" cy="63564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just"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OBJETIVO</a:t>
                </a:r>
              </a:p>
              <a:p>
                <a:pPr algn="just"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Identificar a los proveedores que cumplen los requisitos y condiciones técnicas de la licitación.</a:t>
                </a:r>
              </a:p>
            </p:txBody>
          </p:sp>
          <p:sp>
            <p:nvSpPr>
              <p:cNvPr id="14" name="CaixaDeTexto 73">
                <a:extLst>
                  <a:ext uri="{FF2B5EF4-FFF2-40B4-BE49-F238E27FC236}">
                    <a16:creationId xmlns:a16="http://schemas.microsoft.com/office/drawing/2014/main" id="{B312E5C7-2F92-6841-15F9-EBE4B548DB65}"/>
                  </a:ext>
                </a:extLst>
              </p:cNvPr>
              <p:cNvSpPr txBox="1"/>
              <p:nvPr/>
            </p:nvSpPr>
            <p:spPr>
              <a:xfrm>
                <a:off x="870362" y="1065038"/>
                <a:ext cx="1628775" cy="7945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spAutoFit/>
              </a:bodyPr>
              <a:lstStyle/>
              <a:p>
                <a:pPr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</a:rPr>
                  <a:t>¿Qué es?</a:t>
                </a:r>
              </a:p>
              <a:p>
                <a:pPr algn="just">
                  <a:defRPr/>
                </a:pPr>
                <a:r>
                  <a:rPr lang="es-ES_tradnl" sz="1213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Es una exigencia que será obligatoria al momento de participar en los procesos de licitación del grupo</a:t>
                </a:r>
              </a:p>
            </p:txBody>
          </p:sp>
          <p:sp>
            <p:nvSpPr>
              <p:cNvPr id="15" name="CaixaDeTexto 44">
                <a:extLst>
                  <a:ext uri="{FF2B5EF4-FFF2-40B4-BE49-F238E27FC236}">
                    <a16:creationId xmlns:a16="http://schemas.microsoft.com/office/drawing/2014/main" id="{9B4CB4B7-5929-EC53-A843-FCA8E9B934B5}"/>
                  </a:ext>
                </a:extLst>
              </p:cNvPr>
              <p:cNvSpPr txBox="1"/>
              <p:nvPr/>
            </p:nvSpPr>
            <p:spPr>
              <a:xfrm>
                <a:off x="6355075" y="992302"/>
                <a:ext cx="1533525" cy="63564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spAutoFit/>
              </a:bodyPr>
              <a:lstStyle/>
              <a:p>
                <a:pPr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¿Qué es?</a:t>
                </a:r>
              </a:p>
              <a:p>
                <a:pPr algn="just">
                  <a:defRPr/>
                </a:pPr>
                <a:r>
                  <a:rPr lang="es-ES_tradnl" sz="1213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Evaluación de la oferta comercial formada por la propuesta comercial.</a:t>
                </a:r>
              </a:p>
            </p:txBody>
          </p:sp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7A46A51E-62B9-97B6-A2B0-381829851963}"/>
                  </a:ext>
                </a:extLst>
              </p:cNvPr>
              <p:cNvGrpSpPr/>
              <p:nvPr/>
            </p:nvGrpSpPr>
            <p:grpSpPr>
              <a:xfrm>
                <a:off x="560800" y="1350852"/>
                <a:ext cx="7683608" cy="2522228"/>
                <a:chOff x="560800" y="1350852"/>
                <a:chExt cx="7683608" cy="2522228"/>
              </a:xfrm>
            </p:grpSpPr>
            <p:cxnSp>
              <p:nvCxnSpPr>
                <p:cNvPr id="18" name="Conector reto 45">
                  <a:extLst>
                    <a:ext uri="{FF2B5EF4-FFF2-40B4-BE49-F238E27FC236}">
                      <a16:creationId xmlns:a16="http://schemas.microsoft.com/office/drawing/2014/main" id="{3E82A8B2-473A-702F-21F6-71AACEFD7CC8}"/>
                    </a:ext>
                  </a:extLst>
                </p:cNvPr>
                <p:cNvCxnSpPr/>
                <p:nvPr/>
              </p:nvCxnSpPr>
              <p:spPr>
                <a:xfrm flipV="1">
                  <a:off x="5275363" y="3120606"/>
                  <a:ext cx="0" cy="611981"/>
                </a:xfrm>
                <a:prstGeom prst="line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Elipse 18">
                  <a:extLst>
                    <a:ext uri="{FF2B5EF4-FFF2-40B4-BE49-F238E27FC236}">
                      <a16:creationId xmlns:a16="http://schemas.microsoft.com/office/drawing/2014/main" id="{EE88BB13-E0FC-D438-667F-A7A0603448F5}"/>
                    </a:ext>
                  </a:extLst>
                </p:cNvPr>
                <p:cNvSpPr/>
                <p:nvPr/>
              </p:nvSpPr>
              <p:spPr>
                <a:xfrm>
                  <a:off x="5215832" y="3729015"/>
                  <a:ext cx="144066" cy="144065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3661" tIns="21830" rIns="43661" bIns="21830" anchor="ctr"/>
                <a:lstStyle/>
                <a:p>
                  <a:pPr algn="ctr">
                    <a:defRPr/>
                  </a:pPr>
                  <a:endParaRPr lang="es-ES_tradnl" sz="1213" dirty="0">
                    <a:solidFill>
                      <a:prstClr val="white"/>
                    </a:solidFill>
                  </a:endParaRPr>
                </a:p>
              </p:txBody>
            </p:sp>
            <p:cxnSp>
              <p:nvCxnSpPr>
                <p:cNvPr id="20" name="Conector reto 62">
                  <a:extLst>
                    <a:ext uri="{FF2B5EF4-FFF2-40B4-BE49-F238E27FC236}">
                      <a16:creationId xmlns:a16="http://schemas.microsoft.com/office/drawing/2014/main" id="{308AE3DB-5C02-A303-F5E6-186388F6F4EA}"/>
                    </a:ext>
                  </a:extLst>
                </p:cNvPr>
                <p:cNvCxnSpPr/>
                <p:nvPr/>
              </p:nvCxnSpPr>
              <p:spPr>
                <a:xfrm flipH="1" flipV="1">
                  <a:off x="8172155" y="3003798"/>
                  <a:ext cx="245" cy="683990"/>
                </a:xfrm>
                <a:prstGeom prst="line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B11981E6-E8C8-6AC1-F416-02A24EFF5697}"/>
                    </a:ext>
                  </a:extLst>
                </p:cNvPr>
                <p:cNvSpPr/>
                <p:nvPr/>
              </p:nvSpPr>
              <p:spPr>
                <a:xfrm>
                  <a:off x="8100343" y="3651870"/>
                  <a:ext cx="144065" cy="144066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3661" tIns="21830" rIns="43661" bIns="21830" anchor="ctr"/>
                <a:lstStyle/>
                <a:p>
                  <a:pPr algn="ctr">
                    <a:defRPr/>
                  </a:pPr>
                  <a:endParaRPr lang="es-ES_tradnl" sz="1213" dirty="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FFC109CF-65FC-6F16-0B1F-388D4147022B}"/>
                    </a:ext>
                  </a:extLst>
                </p:cNvPr>
                <p:cNvGrpSpPr/>
                <p:nvPr/>
              </p:nvGrpSpPr>
              <p:grpSpPr>
                <a:xfrm>
                  <a:off x="560800" y="1350852"/>
                  <a:ext cx="5681185" cy="2518657"/>
                  <a:chOff x="560800" y="1350852"/>
                  <a:chExt cx="5681185" cy="2518657"/>
                </a:xfrm>
              </p:grpSpPr>
              <p:sp>
                <p:nvSpPr>
                  <p:cNvPr id="23" name="Elipse 22">
                    <a:extLst>
                      <a:ext uri="{FF2B5EF4-FFF2-40B4-BE49-F238E27FC236}">
                        <a16:creationId xmlns:a16="http://schemas.microsoft.com/office/drawing/2014/main" id="{C0DA9A5A-D10C-2BD6-008F-52700F265D06}"/>
                      </a:ext>
                    </a:extLst>
                  </p:cNvPr>
                  <p:cNvSpPr/>
                  <p:nvPr/>
                </p:nvSpPr>
                <p:spPr>
                  <a:xfrm>
                    <a:off x="2267744" y="3725443"/>
                    <a:ext cx="144065" cy="14406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43661" tIns="21830" rIns="43661" bIns="21830" anchor="ctr"/>
                  <a:lstStyle/>
                  <a:p>
                    <a:pPr algn="ctr">
                      <a:defRPr/>
                    </a:pPr>
                    <a:endParaRPr lang="es-ES_tradnl" sz="1213" dirty="0">
                      <a:solidFill>
                        <a:prstClr val="white"/>
                      </a:solidFill>
                    </a:endParaRPr>
                  </a:p>
                </p:txBody>
              </p:sp>
              <p:grpSp>
                <p:nvGrpSpPr>
                  <p:cNvPr id="24" name="Grupo 23">
                    <a:extLst>
                      <a:ext uri="{FF2B5EF4-FFF2-40B4-BE49-F238E27FC236}">
                        <a16:creationId xmlns:a16="http://schemas.microsoft.com/office/drawing/2014/main" id="{BAA05621-03BF-C923-E530-DD83BA7226E7}"/>
                      </a:ext>
                    </a:extLst>
                  </p:cNvPr>
                  <p:cNvGrpSpPr/>
                  <p:nvPr/>
                </p:nvGrpSpPr>
                <p:grpSpPr>
                  <a:xfrm>
                    <a:off x="560800" y="1350852"/>
                    <a:ext cx="5681185" cy="2390069"/>
                    <a:chOff x="560800" y="1350852"/>
                    <a:chExt cx="5681185" cy="2390069"/>
                  </a:xfrm>
                </p:grpSpPr>
                <p:cxnSp>
                  <p:nvCxnSpPr>
                    <p:cNvPr id="25" name="Conector reto 63">
                      <a:extLst>
                        <a:ext uri="{FF2B5EF4-FFF2-40B4-BE49-F238E27FC236}">
                          <a16:creationId xmlns:a16="http://schemas.microsoft.com/office/drawing/2014/main" id="{6463DC90-B323-7A66-0C16-6474146DB19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335710" y="3128940"/>
                      <a:ext cx="0" cy="611981"/>
                    </a:xfrm>
                    <a:prstGeom prst="line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Conector reto 51">
                      <a:extLst>
                        <a:ext uri="{FF2B5EF4-FFF2-40B4-BE49-F238E27FC236}">
                          <a16:creationId xmlns:a16="http://schemas.microsoft.com/office/drawing/2014/main" id="{2201ABE1-3857-1487-99C6-3284B54BABE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40632" y="1453385"/>
                      <a:ext cx="0" cy="935831"/>
                    </a:xfrm>
                    <a:prstGeom prst="line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7" name="Elipse 26">
                      <a:extLst>
                        <a:ext uri="{FF2B5EF4-FFF2-40B4-BE49-F238E27FC236}">
                          <a16:creationId xmlns:a16="http://schemas.microsoft.com/office/drawing/2014/main" id="{F259D38F-BC14-3C2B-D540-194868574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0800" y="1380756"/>
                      <a:ext cx="158473" cy="14406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43661" tIns="21830" rIns="43661" bIns="21830" anchor="ctr"/>
                    <a:lstStyle/>
                    <a:p>
                      <a:pPr algn="ctr">
                        <a:defRPr/>
                      </a:pPr>
                      <a:endParaRPr lang="es-ES_tradnl" sz="1213" dirty="0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28" name="Elipse 27">
                      <a:extLst>
                        <a:ext uri="{FF2B5EF4-FFF2-40B4-BE49-F238E27FC236}">
                          <a16:creationId xmlns:a16="http://schemas.microsoft.com/office/drawing/2014/main" id="{E5AA2281-F49C-D2C6-A94B-D4260B6BCE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1160" y="1416726"/>
                      <a:ext cx="144066" cy="14406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43661" tIns="21830" rIns="43661" bIns="21830" anchor="ctr"/>
                    <a:lstStyle/>
                    <a:p>
                      <a:pPr algn="ctr">
                        <a:defRPr/>
                      </a:pPr>
                      <a:endParaRPr lang="es-ES_tradnl" sz="1213" dirty="0">
                        <a:solidFill>
                          <a:prstClr val="white"/>
                        </a:solidFill>
                      </a:endParaRPr>
                    </a:p>
                  </p:txBody>
                </p:sp>
                <p:cxnSp>
                  <p:nvCxnSpPr>
                    <p:cNvPr id="29" name="Conector reto 43">
                      <a:extLst>
                        <a:ext uri="{FF2B5EF4-FFF2-40B4-BE49-F238E27FC236}">
                          <a16:creationId xmlns:a16="http://schemas.microsoft.com/office/drawing/2014/main" id="{94512C1A-3BEA-9EED-2489-9D73A49AE57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3465104" y="1458399"/>
                      <a:ext cx="0" cy="935831"/>
                    </a:xfrm>
                    <a:prstGeom prst="line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1" name="Elipse 30">
                      <a:extLst>
                        <a:ext uri="{FF2B5EF4-FFF2-40B4-BE49-F238E27FC236}">
                          <a16:creationId xmlns:a16="http://schemas.microsoft.com/office/drawing/2014/main" id="{8CFB670F-9C94-87C2-EC47-1A83C37AB3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7919" y="1350852"/>
                      <a:ext cx="144066" cy="144065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43661" tIns="21830" rIns="43661" bIns="21830" anchor="ctr"/>
                    <a:lstStyle/>
                    <a:p>
                      <a:pPr algn="ctr">
                        <a:defRPr/>
                      </a:pPr>
                      <a:endParaRPr lang="es-ES_tradnl" sz="1213" dirty="0">
                        <a:solidFill>
                          <a:prstClr val="white"/>
                        </a:solidFill>
                      </a:endParaRPr>
                    </a:p>
                  </p:txBody>
                </p:sp>
                <p:cxnSp>
                  <p:nvCxnSpPr>
                    <p:cNvPr id="32" name="Conector reto 50">
                      <a:extLst>
                        <a:ext uri="{FF2B5EF4-FFF2-40B4-BE49-F238E27FC236}">
                          <a16:creationId xmlns:a16="http://schemas.microsoft.com/office/drawing/2014/main" id="{9A67037F-42F1-5F01-AA89-BC0B127D044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169952" y="1487678"/>
                      <a:ext cx="0" cy="937022"/>
                    </a:xfrm>
                    <a:prstGeom prst="line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17" name="CaixaDeTexto 57">
                <a:extLst>
                  <a:ext uri="{FF2B5EF4-FFF2-40B4-BE49-F238E27FC236}">
                    <a16:creationId xmlns:a16="http://schemas.microsoft.com/office/drawing/2014/main" id="{612149B0-B363-DFEE-FDEB-495D06F88C63}"/>
                  </a:ext>
                </a:extLst>
              </p:cNvPr>
              <p:cNvSpPr txBox="1"/>
              <p:nvPr/>
            </p:nvSpPr>
            <p:spPr>
              <a:xfrm>
                <a:off x="3592980" y="1190282"/>
                <a:ext cx="1774031" cy="476731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spAutoFit/>
              </a:bodyPr>
              <a:lstStyle/>
              <a:p>
                <a:pPr>
                  <a:defRPr/>
                </a:pPr>
                <a:r>
                  <a:rPr lang="es-ES_tradnl" sz="1213" b="1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¿Qué es?</a:t>
                </a:r>
              </a:p>
              <a:p>
                <a:pPr>
                  <a:defRPr/>
                </a:pPr>
                <a:r>
                  <a:rPr lang="es-ES_tradnl" sz="1213" dirty="0">
                    <a:solidFill>
                      <a:prstClr val="black"/>
                    </a:solidFill>
                    <a:latin typeface="Calibri Light" panose="020F0302020204030204" pitchFamily="34" charset="0"/>
                  </a:rPr>
                  <a:t>Evaluación de capacidades técnicas del proveedor.</a:t>
                </a:r>
              </a:p>
            </p:txBody>
          </p:sp>
        </p:grpSp>
      </p:grpSp>
      <p:sp>
        <p:nvSpPr>
          <p:cNvPr id="33" name="Marcador de texto 5">
            <a:extLst>
              <a:ext uri="{FF2B5EF4-FFF2-40B4-BE49-F238E27FC236}">
                <a16:creationId xmlns:a16="http://schemas.microsoft.com/office/drawing/2014/main" id="{A7008907-AA1C-1BDE-CAFD-C6D61EF2AB0C}"/>
              </a:ext>
            </a:extLst>
          </p:cNvPr>
          <p:cNvSpPr txBox="1">
            <a:spLocks/>
          </p:cNvSpPr>
          <p:nvPr/>
        </p:nvSpPr>
        <p:spPr>
          <a:xfrm>
            <a:off x="790841" y="908212"/>
            <a:ext cx="7363357" cy="2440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/>
              <a:buNone/>
              <a:tabLst>
                <a:tab pos="792956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4313" indent="-21431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Lucida Grande"/>
              <a:buChar char="-"/>
              <a:tabLst>
                <a:tab pos="792956" algn="l"/>
              </a:tabLst>
              <a:defRPr sz="14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4813" indent="-20240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Lucida Grande"/>
              <a:buChar char="-"/>
              <a:tabLst>
                <a:tab pos="792956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004" indent="-20359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Lucida Grande"/>
              <a:buChar char="-"/>
              <a:tabLst>
                <a:tab pos="792956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6004" indent="-20359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Lucida Grande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s-PE" sz="2183" dirty="0">
                <a:solidFill>
                  <a:schemeClr val="accent1">
                    <a:lumMod val="75000"/>
                  </a:schemeClr>
                </a:solidFill>
              </a:rPr>
              <a:t>Etapas Relevantes del Proceso de Licitación</a:t>
            </a:r>
          </a:p>
        </p:txBody>
      </p:sp>
      <p:sp>
        <p:nvSpPr>
          <p:cNvPr id="34" name="Titolo 1">
            <a:extLst>
              <a:ext uri="{FF2B5EF4-FFF2-40B4-BE49-F238E27FC236}">
                <a16:creationId xmlns:a16="http://schemas.microsoft.com/office/drawing/2014/main" id="{AFECA3E1-C5C9-265D-D932-C52F12251BE6}"/>
              </a:ext>
            </a:extLst>
          </p:cNvPr>
          <p:cNvSpPr txBox="1">
            <a:spLocks/>
          </p:cNvSpPr>
          <p:nvPr/>
        </p:nvSpPr>
        <p:spPr>
          <a:xfrm>
            <a:off x="790841" y="394106"/>
            <a:ext cx="7363357" cy="34795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s-PE" sz="2668" dirty="0"/>
              <a:t>Proceso de Licitación</a:t>
            </a:r>
          </a:p>
        </p:txBody>
      </p:sp>
      <p:pic>
        <p:nvPicPr>
          <p:cNvPr id="4" name="Imagen 3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E4B38471-4602-6F80-A5A1-310DA491B60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0264" r="4344" b="40407"/>
          <a:stretch/>
        </p:blipFill>
        <p:spPr>
          <a:xfrm>
            <a:off x="9650472" y="517092"/>
            <a:ext cx="2042769" cy="43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75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81DE5-4E54-E0DD-0F52-6E50B106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4400" dirty="0"/>
              <a:t>AGENDA</a:t>
            </a:r>
            <a:endParaRPr lang="es-PE" dirty="0"/>
          </a:p>
        </p:txBody>
      </p:sp>
      <p:graphicFrame>
        <p:nvGraphicFramePr>
          <p:cNvPr id="5" name="Marcador de contenido 1">
            <a:extLst>
              <a:ext uri="{FF2B5EF4-FFF2-40B4-BE49-F238E27FC236}">
                <a16:creationId xmlns:a16="http://schemas.microsoft.com/office/drawing/2014/main" id="{AF5B1093-BC2D-B816-B037-1FA1E6CD6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6480546"/>
              </p:ext>
            </p:extLst>
          </p:nvPr>
        </p:nvGraphicFramePr>
        <p:xfrm>
          <a:off x="1180226" y="1211028"/>
          <a:ext cx="10117000" cy="484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4752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06" name="Conector recto de flecha 21505">
            <a:extLst>
              <a:ext uri="{FF2B5EF4-FFF2-40B4-BE49-F238E27FC236}">
                <a16:creationId xmlns:a16="http://schemas.microsoft.com/office/drawing/2014/main" id="{C5E2818D-E755-CAE2-A87D-381540FC0F79}"/>
              </a:ext>
            </a:extLst>
          </p:cNvPr>
          <p:cNvCxnSpPr>
            <a:cxnSpLocks/>
          </p:cNvCxnSpPr>
          <p:nvPr/>
        </p:nvCxnSpPr>
        <p:spPr>
          <a:xfrm flipH="1">
            <a:off x="2504037" y="5115917"/>
            <a:ext cx="515706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27" name="Rectángulo: esquinas redondeadas 21526">
            <a:extLst>
              <a:ext uri="{FF2B5EF4-FFF2-40B4-BE49-F238E27FC236}">
                <a16:creationId xmlns:a16="http://schemas.microsoft.com/office/drawing/2014/main" id="{622450F3-E293-E491-AAEF-AD59250C1689}"/>
              </a:ext>
            </a:extLst>
          </p:cNvPr>
          <p:cNvSpPr/>
          <p:nvPr/>
        </p:nvSpPr>
        <p:spPr>
          <a:xfrm>
            <a:off x="179698" y="850062"/>
            <a:ext cx="2127710" cy="1777267"/>
          </a:xfrm>
          <a:prstGeom prst="roundRect">
            <a:avLst/>
          </a:prstGeom>
          <a:solidFill>
            <a:srgbClr val="20DB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92"/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649" y="206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49" y="206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 hidden="1"/>
          <p:cNvSpPr/>
          <p:nvPr>
            <p:custDataLst>
              <p:tags r:id="rId2"/>
            </p:custDataLst>
          </p:nvPr>
        </p:nvSpPr>
        <p:spPr>
          <a:xfrm>
            <a:off x="3060" y="483"/>
            <a:ext cx="158691" cy="1586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799" b="1" dirty="0" err="1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9" name="Rectángulo redondeado 98"/>
          <p:cNvSpPr/>
          <p:nvPr/>
        </p:nvSpPr>
        <p:spPr>
          <a:xfrm>
            <a:off x="195706" y="3282712"/>
            <a:ext cx="2111703" cy="2458979"/>
          </a:xfrm>
          <a:prstGeom prst="roundRect">
            <a:avLst/>
          </a:prstGeom>
          <a:solidFill>
            <a:srgbClr val="D0DF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74" tIns="35986" rIns="71974" bIns="35986" rtlCol="0" anchor="ctr"/>
          <a:lstStyle/>
          <a:p>
            <a:pPr algn="ctr"/>
            <a:endParaRPr lang="es-CO" sz="2000" dirty="0" err="1"/>
          </a:p>
        </p:txBody>
      </p:sp>
      <p:sp>
        <p:nvSpPr>
          <p:cNvPr id="8" name="CuadroTexto 7"/>
          <p:cNvSpPr txBox="1"/>
          <p:nvPr/>
        </p:nvSpPr>
        <p:spPr>
          <a:xfrm>
            <a:off x="428592" y="155279"/>
            <a:ext cx="11264257" cy="4307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O" sz="2799" b="1" u="sng" dirty="0">
                <a:solidFill>
                  <a:srgbClr val="003366"/>
                </a:solidFill>
              </a:rPr>
              <a:t>Flujograma – Proceso de Calificación</a:t>
            </a:r>
          </a:p>
        </p:txBody>
      </p:sp>
      <p:sp>
        <p:nvSpPr>
          <p:cNvPr id="48" name="Text Box 23"/>
          <p:cNvSpPr txBox="1">
            <a:spLocks noChangeAspect="1" noChangeArrowheads="1"/>
          </p:cNvSpPr>
          <p:nvPr/>
        </p:nvSpPr>
        <p:spPr bwMode="auto">
          <a:xfrm>
            <a:off x="212745" y="877054"/>
            <a:ext cx="1949761" cy="61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CL" sz="1698" b="1" dirty="0">
                <a:solidFill>
                  <a:srgbClr val="000099"/>
                </a:solidFill>
                <a:latin typeface="Calibri" panose="020F0502020204030204" pitchFamily="34" charset="0"/>
              </a:rPr>
              <a:t>Nuevos</a:t>
            </a:r>
          </a:p>
          <a:p>
            <a:pPr algn="ctr"/>
            <a:r>
              <a:rPr lang="es-CL" sz="1698" b="1" dirty="0">
                <a:solidFill>
                  <a:srgbClr val="000099"/>
                </a:solidFill>
                <a:latin typeface="Calibri" panose="020F0502020204030204" pitchFamily="34" charset="0"/>
              </a:rPr>
              <a:t>Servicios a calificar</a:t>
            </a:r>
            <a:endParaRPr lang="es-CL" sz="1698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485784" y="3659327"/>
            <a:ext cx="156589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1000" dirty="0">
                <a:solidFill>
                  <a:srgbClr val="002060"/>
                </a:solidFill>
                <a:latin typeface="Calibri" panose="020F0502020204030204" pitchFamily="34" charset="0"/>
              </a:rPr>
              <a:t>Se genera el Reporte Final de la Calificación y sus respectivas limitaciones en los casos que aplique</a:t>
            </a:r>
          </a:p>
        </p:txBody>
      </p:sp>
      <p:sp>
        <p:nvSpPr>
          <p:cNvPr id="92" name="CuadroTexto 91"/>
          <p:cNvSpPr txBox="1"/>
          <p:nvPr/>
        </p:nvSpPr>
        <p:spPr>
          <a:xfrm>
            <a:off x="1556505" y="4616980"/>
            <a:ext cx="7031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CO" sz="900" b="1" dirty="0">
                <a:solidFill>
                  <a:srgbClr val="000099"/>
                </a:solidFill>
              </a:rPr>
              <a:t>Calificado </a:t>
            </a:r>
          </a:p>
          <a:p>
            <a:pPr algn="just"/>
            <a:r>
              <a:rPr lang="es-CO" sz="900" b="1" dirty="0">
                <a:solidFill>
                  <a:srgbClr val="000099"/>
                </a:solidFill>
              </a:rPr>
              <a:t>(por 5 años)</a:t>
            </a:r>
          </a:p>
          <a:p>
            <a:pPr algn="just"/>
            <a:endParaRPr lang="es-CO" sz="900" b="1" dirty="0">
              <a:solidFill>
                <a:srgbClr val="000099"/>
              </a:solidFill>
            </a:endParaRPr>
          </a:p>
          <a:p>
            <a:pPr algn="just"/>
            <a:r>
              <a:rPr lang="es-CO" sz="900" b="1" dirty="0">
                <a:solidFill>
                  <a:srgbClr val="000099"/>
                </a:solidFill>
              </a:rPr>
              <a:t>No Calificado</a:t>
            </a:r>
            <a:endParaRPr lang="es-CL" sz="900" b="1" dirty="0">
              <a:solidFill>
                <a:srgbClr val="000099"/>
              </a:solidFill>
            </a:endParaRPr>
          </a:p>
        </p:txBody>
      </p:sp>
      <p:pic>
        <p:nvPicPr>
          <p:cNvPr id="95" name="Imagen 94"/>
          <p:cNvPicPr>
            <a:picLocks noChangeAspect="1"/>
          </p:cNvPicPr>
          <p:nvPr/>
        </p:nvPicPr>
        <p:blipFill>
          <a:blip r:embed="rId6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41876" y="4581911"/>
            <a:ext cx="267577" cy="279900"/>
          </a:xfrm>
          <a:prstGeom prst="rect">
            <a:avLst/>
          </a:prstGeom>
        </p:spPr>
      </p:pic>
      <p:pic>
        <p:nvPicPr>
          <p:cNvPr id="96" name="Imagen 95"/>
          <p:cNvPicPr>
            <a:picLocks noChangeAspect="1"/>
          </p:cNvPicPr>
          <p:nvPr/>
        </p:nvPicPr>
        <p:blipFill>
          <a:blip r:embed="rId7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3163" y="5049629"/>
            <a:ext cx="279900" cy="279900"/>
          </a:xfrm>
          <a:prstGeom prst="rect">
            <a:avLst/>
          </a:prstGeom>
        </p:spPr>
      </p:pic>
      <p:pic>
        <p:nvPicPr>
          <p:cNvPr id="76" name="Picture 2" descr="Resultado de imagen para tools 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 bwMode="auto">
          <a:xfrm>
            <a:off x="1582826" y="1624687"/>
            <a:ext cx="572698" cy="79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4" descr="Imagen relacionada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3" r="12073"/>
          <a:stretch/>
        </p:blipFill>
        <p:spPr bwMode="auto">
          <a:xfrm>
            <a:off x="357969" y="1624687"/>
            <a:ext cx="575377" cy="80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6" descr="Imagen relacionada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8" r="12525"/>
          <a:stretch/>
        </p:blipFill>
        <p:spPr bwMode="auto">
          <a:xfrm>
            <a:off x="963058" y="1625586"/>
            <a:ext cx="575377" cy="79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CuadroTexto 104"/>
          <p:cNvSpPr txBox="1"/>
          <p:nvPr/>
        </p:nvSpPr>
        <p:spPr>
          <a:xfrm>
            <a:off x="7159389" y="1768651"/>
            <a:ext cx="1452633" cy="6709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CL" sz="109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través del correo se envía link del registro y solicitud de documentos a presentar</a:t>
            </a:r>
            <a:endParaRPr lang="es-CL" sz="1090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9207016" y="2990503"/>
            <a:ext cx="27627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3.Auto registro Proveedor</a:t>
            </a:r>
          </a:p>
        </p:txBody>
      </p:sp>
      <p:sp>
        <p:nvSpPr>
          <p:cNvPr id="109" name="CuadroTexto 108"/>
          <p:cNvSpPr txBox="1"/>
          <p:nvPr/>
        </p:nvSpPr>
        <p:spPr>
          <a:xfrm>
            <a:off x="9994678" y="3260477"/>
            <a:ext cx="1866645" cy="11764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ES" sz="1092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proveedor registra su información, grupo Mercológico (GM) que es el código  asociado al servicio / obra / material a suministrar y envía los documentos solicitados al correo de invitación.</a:t>
            </a:r>
          </a:p>
        </p:txBody>
      </p:sp>
      <p:sp>
        <p:nvSpPr>
          <p:cNvPr id="65" name="Rectángulo redondeado 64"/>
          <p:cNvSpPr/>
          <p:nvPr/>
        </p:nvSpPr>
        <p:spPr>
          <a:xfrm>
            <a:off x="3023253" y="3745765"/>
            <a:ext cx="2296567" cy="1995926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57" tIns="35978" rIns="71957" bIns="35978" rtlCol="0" anchor="ctr"/>
          <a:lstStyle/>
          <a:p>
            <a:pPr algn="ctr"/>
            <a:endParaRPr lang="es-CO" sz="2000" dirty="0" err="1"/>
          </a:p>
        </p:txBody>
      </p:sp>
      <p:sp>
        <p:nvSpPr>
          <p:cNvPr id="66" name="CuadroTexto 65"/>
          <p:cNvSpPr txBox="1"/>
          <p:nvPr/>
        </p:nvSpPr>
        <p:spPr>
          <a:xfrm>
            <a:off x="3131316" y="4369866"/>
            <a:ext cx="2099684" cy="10064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ES" sz="109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 el GM tiene riesgo** en Seguridad y/o Medio Ambiente, y habiendo </a:t>
            </a:r>
            <a:r>
              <a:rPr lang="es-ES" sz="1090" b="1" u="sng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CALIFICADO EN LA EVALUACIÓN EMPRESARIAL</a:t>
            </a:r>
            <a:r>
              <a:rPr lang="es-ES" sz="109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 le enviará a la Unidad de HSE la documentación para su evaluación</a:t>
            </a:r>
          </a:p>
        </p:txBody>
      </p:sp>
      <p:sp>
        <p:nvSpPr>
          <p:cNvPr id="68" name="Rectángulo redondeado 67"/>
          <p:cNvSpPr/>
          <p:nvPr/>
        </p:nvSpPr>
        <p:spPr>
          <a:xfrm>
            <a:off x="6514862" y="3745764"/>
            <a:ext cx="2073676" cy="1995928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57" tIns="35978" rIns="71957" bIns="35978" rtlCol="0" anchor="ctr"/>
          <a:lstStyle/>
          <a:p>
            <a:pPr algn="ctr"/>
            <a:endParaRPr lang="es-CO" sz="2000" dirty="0" err="1"/>
          </a:p>
        </p:txBody>
      </p:sp>
      <p:sp>
        <p:nvSpPr>
          <p:cNvPr id="69" name="CuadroTexto 68"/>
          <p:cNvSpPr txBox="1"/>
          <p:nvPr/>
        </p:nvSpPr>
        <p:spPr>
          <a:xfrm>
            <a:off x="6860438" y="4061217"/>
            <a:ext cx="1529920" cy="6709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s-CO" sz="1090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42" indent="-171442">
              <a:buFont typeface="Arial" panose="020B0604020202020204" pitchFamily="34" charset="0"/>
              <a:buChar char="•"/>
            </a:pPr>
            <a:r>
              <a:rPr lang="es-CO" sz="109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Derechos Humanos</a:t>
            </a:r>
          </a:p>
          <a:p>
            <a:pPr marL="171442" indent="-171442">
              <a:buFont typeface="Arial" panose="020B0604020202020204" pitchFamily="34" charset="0"/>
              <a:buChar char="•"/>
            </a:pPr>
            <a:r>
              <a:rPr lang="es-CO" sz="109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Económico Financiero* </a:t>
            </a:r>
          </a:p>
          <a:p>
            <a:pPr marL="171442" indent="-171442">
              <a:buFont typeface="Arial" panose="020B0604020202020204" pitchFamily="34" charset="0"/>
              <a:buChar char="•"/>
            </a:pPr>
            <a:r>
              <a:rPr lang="es-CO" sz="109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Legal /Integridad</a:t>
            </a:r>
          </a:p>
        </p:txBody>
      </p:sp>
      <p:sp>
        <p:nvSpPr>
          <p:cNvPr id="56" name="Rectángulo redondeado 55"/>
          <p:cNvSpPr/>
          <p:nvPr/>
        </p:nvSpPr>
        <p:spPr>
          <a:xfrm>
            <a:off x="6216880" y="1333577"/>
            <a:ext cx="2590507" cy="4729265"/>
          </a:xfrm>
          <a:prstGeom prst="roundRect">
            <a:avLst/>
          </a:prstGeom>
          <a:noFill/>
          <a:ln>
            <a:solidFill>
              <a:schemeClr val="accent4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74" tIns="35986" rIns="71974" bIns="35986" rtlCol="0" anchor="ctr"/>
          <a:lstStyle/>
          <a:p>
            <a:pPr algn="ctr"/>
            <a:endParaRPr lang="es-CL" sz="2183" b="1" dirty="0">
              <a:solidFill>
                <a:srgbClr val="00009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7E0EB3C-A5A6-1C51-A08F-26F743B43794}"/>
              </a:ext>
            </a:extLst>
          </p:cNvPr>
          <p:cNvSpPr txBox="1"/>
          <p:nvPr/>
        </p:nvSpPr>
        <p:spPr>
          <a:xfrm>
            <a:off x="3104395" y="1387775"/>
            <a:ext cx="22073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Registro de Solicitud</a:t>
            </a:r>
          </a:p>
        </p:txBody>
      </p:sp>
      <p:pic>
        <p:nvPicPr>
          <p:cNvPr id="6" name="Picture 27" descr="Imagen relacionada">
            <a:extLst>
              <a:ext uri="{FF2B5EF4-FFF2-40B4-BE49-F238E27FC236}">
                <a16:creationId xmlns:a16="http://schemas.microsoft.com/office/drawing/2014/main" id="{6A24BA19-46DE-1BF1-5E8A-6D16D3B81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823" y="1673854"/>
            <a:ext cx="979717" cy="96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08B2E93-FB0D-D0E2-55F8-0C98919180DB}"/>
              </a:ext>
            </a:extLst>
          </p:cNvPr>
          <p:cNvSpPr txBox="1"/>
          <p:nvPr/>
        </p:nvSpPr>
        <p:spPr>
          <a:xfrm>
            <a:off x="3631566" y="1683136"/>
            <a:ext cx="1543029" cy="6722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ES" sz="1092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comprador registra una solicitud de calificación en documento compartido de </a:t>
            </a:r>
            <a:r>
              <a:rPr lang="es-ES" sz="1092" dirty="0" err="1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Sharepoint</a:t>
            </a:r>
            <a:r>
              <a:rPr lang="es-ES" sz="1092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Rectángulo redondeado 55">
            <a:extLst>
              <a:ext uri="{FF2B5EF4-FFF2-40B4-BE49-F238E27FC236}">
                <a16:creationId xmlns:a16="http://schemas.microsoft.com/office/drawing/2014/main" id="{EB9AB40B-BA16-31A4-36E4-97921AD8F2BA}"/>
              </a:ext>
            </a:extLst>
          </p:cNvPr>
          <p:cNvSpPr/>
          <p:nvPr/>
        </p:nvSpPr>
        <p:spPr>
          <a:xfrm>
            <a:off x="96572" y="5953266"/>
            <a:ext cx="5694650" cy="8431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74" tIns="35986" rIns="71974" bIns="35986" rtlCol="0" anchor="ctr"/>
          <a:lstStyle/>
          <a:p>
            <a:r>
              <a:rPr lang="es-MX" sz="970" b="1" dirty="0">
                <a:solidFill>
                  <a:srgbClr val="000099"/>
                </a:solidFill>
                <a:latin typeface="Calibri" panose="020F0502020204030204" pitchFamily="34" charset="0"/>
              </a:rPr>
              <a:t>ECOFIN: </a:t>
            </a:r>
            <a:r>
              <a:rPr lang="es-MX" sz="970" dirty="0">
                <a:solidFill>
                  <a:srgbClr val="000099"/>
                </a:solidFill>
                <a:latin typeface="Calibri" panose="020F0502020204030204" pitchFamily="34" charset="0"/>
              </a:rPr>
              <a:t>Para el análisis Económico Financiero es </a:t>
            </a:r>
            <a:r>
              <a:rPr lang="es-MX" sz="970" b="1" dirty="0">
                <a:solidFill>
                  <a:srgbClr val="000099"/>
                </a:solidFill>
                <a:latin typeface="Calibri" panose="020F0502020204030204" pitchFamily="34" charset="0"/>
              </a:rPr>
              <a:t>INDISPENSABLE, </a:t>
            </a:r>
            <a:r>
              <a:rPr lang="es-MX" sz="970" dirty="0">
                <a:solidFill>
                  <a:srgbClr val="000099"/>
                </a:solidFill>
                <a:latin typeface="Calibri" panose="020F0502020204030204" pitchFamily="34" charset="0"/>
              </a:rPr>
              <a:t>compartir los 3 últimos EEFF de la empresa que </a:t>
            </a:r>
            <a:r>
              <a:rPr lang="es-MX" sz="970" b="1" dirty="0">
                <a:solidFill>
                  <a:srgbClr val="000099"/>
                </a:solidFill>
                <a:latin typeface="Calibri" panose="020F0502020204030204" pitchFamily="34" charset="0"/>
              </a:rPr>
              <a:t>FIRMARÍA CONTRATO (</a:t>
            </a:r>
            <a:r>
              <a:rPr lang="es-MX" sz="970" dirty="0">
                <a:solidFill>
                  <a:srgbClr val="000099"/>
                </a:solidFill>
                <a:latin typeface="Calibri" panose="020F0502020204030204" pitchFamily="34" charset="0"/>
              </a:rPr>
              <a:t>No se aceptará de la casa matriz, a menos que sean los que firmen contrato).</a:t>
            </a:r>
          </a:p>
          <a:p>
            <a:r>
              <a:rPr lang="es-MX" sz="970" b="1" dirty="0">
                <a:solidFill>
                  <a:srgbClr val="000099"/>
                </a:solidFill>
                <a:latin typeface="Calibri" panose="020F0502020204030204" pitchFamily="34" charset="0"/>
              </a:rPr>
              <a:t>Riesgo del GM*: </a:t>
            </a:r>
            <a:r>
              <a:rPr lang="es-MX" sz="970" dirty="0">
                <a:solidFill>
                  <a:srgbClr val="000099"/>
                </a:solidFill>
                <a:latin typeface="Calibri" panose="020F0502020204030204" pitchFamily="34" charset="0"/>
              </a:rPr>
              <a:t>En caso en Seguridad y/o Medio Ambiente tengan riesgo medio o alto, en el correo de invitación se les solicitará la información complementaria definida por la Unidad HSE.</a:t>
            </a:r>
          </a:p>
        </p:txBody>
      </p:sp>
      <p:pic>
        <p:nvPicPr>
          <p:cNvPr id="7" name="Imagen 6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563B3289-76A6-A219-DC7D-423A2CAFC3E7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0264" r="4344" b="40407"/>
          <a:stretch/>
        </p:blipFill>
        <p:spPr>
          <a:xfrm>
            <a:off x="9650223" y="406464"/>
            <a:ext cx="2042626" cy="437210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499B368B-5A83-C56F-CCD9-3CA9A649C206}"/>
              </a:ext>
            </a:extLst>
          </p:cNvPr>
          <p:cNvSpPr/>
          <p:nvPr/>
        </p:nvSpPr>
        <p:spPr>
          <a:xfrm>
            <a:off x="6258443" y="1627677"/>
            <a:ext cx="838142" cy="868486"/>
          </a:xfrm>
          <a:prstGeom prst="ellipse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92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ADE7F73-9595-8F87-486F-76B9ED031EC2}"/>
              </a:ext>
            </a:extLst>
          </p:cNvPr>
          <p:cNvSpPr/>
          <p:nvPr/>
        </p:nvSpPr>
        <p:spPr>
          <a:xfrm>
            <a:off x="3162595" y="824848"/>
            <a:ext cx="1966043" cy="379292"/>
          </a:xfrm>
          <a:prstGeom prst="roundRect">
            <a:avLst/>
          </a:prstGeom>
          <a:solidFill>
            <a:srgbClr val="FF7A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2"/>
                </a:solidFill>
              </a:rPr>
              <a:t>COMPRAS</a:t>
            </a:r>
            <a:endParaRPr lang="es-PE" sz="1400" b="1" dirty="0">
              <a:solidFill>
                <a:schemeClr val="bg2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79F8832-DBBB-1D67-D576-967B9C7255B2}"/>
              </a:ext>
            </a:extLst>
          </p:cNvPr>
          <p:cNvSpPr/>
          <p:nvPr/>
        </p:nvSpPr>
        <p:spPr>
          <a:xfrm>
            <a:off x="6423834" y="823111"/>
            <a:ext cx="2222155" cy="382134"/>
          </a:xfrm>
          <a:prstGeom prst="roundRect">
            <a:avLst/>
          </a:prstGeom>
          <a:solidFill>
            <a:srgbClr val="FF7A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bg2"/>
                </a:solidFill>
              </a:rPr>
              <a:t>SOPORTE OPERATIVO Y CALIFICACIONES (SOC)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E5EB12E-0FB8-8CB4-9BBB-E0E27BEC8984}"/>
              </a:ext>
            </a:extLst>
          </p:cNvPr>
          <p:cNvSpPr/>
          <p:nvPr/>
        </p:nvSpPr>
        <p:spPr>
          <a:xfrm>
            <a:off x="9508992" y="2544205"/>
            <a:ext cx="2222155" cy="382134"/>
          </a:xfrm>
          <a:prstGeom prst="roundRect">
            <a:avLst/>
          </a:prstGeom>
          <a:solidFill>
            <a:srgbClr val="F6A3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rgbClr val="002060"/>
                </a:solidFill>
              </a:rPr>
              <a:t>PROVEEDOR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C84D1F2-7BA0-0A84-FE62-617251EDB9AA}"/>
              </a:ext>
            </a:extLst>
          </p:cNvPr>
          <p:cNvSpPr txBox="1"/>
          <p:nvPr/>
        </p:nvSpPr>
        <p:spPr>
          <a:xfrm>
            <a:off x="6282772" y="1387775"/>
            <a:ext cx="241938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Invitación al Proveedor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523E81-DE6D-D249-5A74-DC8FA4F32573}"/>
              </a:ext>
            </a:extLst>
          </p:cNvPr>
          <p:cNvSpPr/>
          <p:nvPr/>
        </p:nvSpPr>
        <p:spPr>
          <a:xfrm>
            <a:off x="9196578" y="3359157"/>
            <a:ext cx="675575" cy="826208"/>
          </a:xfrm>
          <a:prstGeom prst="ellipse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092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81125C1-F1B9-995C-E943-9BC39BA99595}"/>
              </a:ext>
            </a:extLst>
          </p:cNvPr>
          <p:cNvSpPr txBox="1"/>
          <p:nvPr/>
        </p:nvSpPr>
        <p:spPr>
          <a:xfrm>
            <a:off x="6158870" y="3815014"/>
            <a:ext cx="27627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4.1 Empresarial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A6F54DE-D846-7A1A-F274-344FE9516D07}"/>
              </a:ext>
            </a:extLst>
          </p:cNvPr>
          <p:cNvSpPr txBox="1"/>
          <p:nvPr/>
        </p:nvSpPr>
        <p:spPr>
          <a:xfrm>
            <a:off x="3104395" y="3815013"/>
            <a:ext cx="220738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4.2 Seguridad y Medio Ambiente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C6A80583-D815-7108-303A-681F41C97B97}"/>
              </a:ext>
            </a:extLst>
          </p:cNvPr>
          <p:cNvSpPr/>
          <p:nvPr/>
        </p:nvSpPr>
        <p:spPr>
          <a:xfrm>
            <a:off x="3162595" y="3222092"/>
            <a:ext cx="1966043" cy="379292"/>
          </a:xfrm>
          <a:prstGeom prst="roundRect">
            <a:avLst/>
          </a:prstGeom>
          <a:solidFill>
            <a:srgbClr val="FF7A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2"/>
                </a:solidFill>
              </a:rPr>
              <a:t>UNIDAD HSE</a:t>
            </a:r>
            <a:endParaRPr lang="es-PE" sz="1400" b="1" dirty="0">
              <a:solidFill>
                <a:schemeClr val="bg2"/>
              </a:solidFill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DA80A16-71DD-243E-7E9C-069E929B2816}"/>
              </a:ext>
            </a:extLst>
          </p:cNvPr>
          <p:cNvSpPr/>
          <p:nvPr/>
        </p:nvSpPr>
        <p:spPr>
          <a:xfrm>
            <a:off x="9168747" y="2448931"/>
            <a:ext cx="2836381" cy="197489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92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98AED8FC-68B4-B07A-FA87-0A47D0153202}"/>
              </a:ext>
            </a:extLst>
          </p:cNvPr>
          <p:cNvCxnSpPr>
            <a:cxnSpLocks/>
          </p:cNvCxnSpPr>
          <p:nvPr/>
        </p:nvCxnSpPr>
        <p:spPr>
          <a:xfrm flipH="1">
            <a:off x="5315978" y="5115917"/>
            <a:ext cx="900901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10" name="Conector recto 21509">
            <a:extLst>
              <a:ext uri="{FF2B5EF4-FFF2-40B4-BE49-F238E27FC236}">
                <a16:creationId xmlns:a16="http://schemas.microsoft.com/office/drawing/2014/main" id="{4525A175-43DB-6C97-2098-45F93E1EBF8F}"/>
              </a:ext>
            </a:extLst>
          </p:cNvPr>
          <p:cNvCxnSpPr>
            <a:cxnSpLocks/>
          </p:cNvCxnSpPr>
          <p:nvPr/>
        </p:nvCxnSpPr>
        <p:spPr>
          <a:xfrm flipH="1">
            <a:off x="5288271" y="1991143"/>
            <a:ext cx="928609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12" name="Conector: angular 21511">
            <a:extLst>
              <a:ext uri="{FF2B5EF4-FFF2-40B4-BE49-F238E27FC236}">
                <a16:creationId xmlns:a16="http://schemas.microsoft.com/office/drawing/2014/main" id="{6930B8B1-0674-97EC-56D6-66D756AF7184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V="1">
            <a:off x="9436528" y="1360662"/>
            <a:ext cx="554401" cy="1812683"/>
          </a:xfrm>
          <a:prstGeom prst="bentConnector2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13" name="Conector: angular 21512">
            <a:extLst>
              <a:ext uri="{FF2B5EF4-FFF2-40B4-BE49-F238E27FC236}">
                <a16:creationId xmlns:a16="http://schemas.microsoft.com/office/drawing/2014/main" id="{A2F363CA-151D-41BB-A624-40483779F1D5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8807387" y="4423827"/>
            <a:ext cx="1779551" cy="561878"/>
          </a:xfrm>
          <a:prstGeom prst="bentConnector2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16" name="Rectángulo: esquinas diagonales cortadas 21515">
            <a:extLst>
              <a:ext uri="{FF2B5EF4-FFF2-40B4-BE49-F238E27FC236}">
                <a16:creationId xmlns:a16="http://schemas.microsoft.com/office/drawing/2014/main" id="{18FEDD2C-241D-DF3B-C0EC-2844561D22DB}"/>
              </a:ext>
            </a:extLst>
          </p:cNvPr>
          <p:cNvSpPr/>
          <p:nvPr/>
        </p:nvSpPr>
        <p:spPr>
          <a:xfrm>
            <a:off x="6363175" y="5261664"/>
            <a:ext cx="733409" cy="691603"/>
          </a:xfrm>
          <a:prstGeom prst="snip2Diag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092" dirty="0"/>
          </a:p>
        </p:txBody>
      </p:sp>
      <p:sp>
        <p:nvSpPr>
          <p:cNvPr id="21518" name="Rectángulo: esquinas redondeadas 21517">
            <a:extLst>
              <a:ext uri="{FF2B5EF4-FFF2-40B4-BE49-F238E27FC236}">
                <a16:creationId xmlns:a16="http://schemas.microsoft.com/office/drawing/2014/main" id="{912ACA78-9F24-964B-DE4F-885BF68A7BC1}"/>
              </a:ext>
            </a:extLst>
          </p:cNvPr>
          <p:cNvSpPr/>
          <p:nvPr/>
        </p:nvSpPr>
        <p:spPr>
          <a:xfrm>
            <a:off x="7134296" y="5275139"/>
            <a:ext cx="754917" cy="678127"/>
          </a:xfrm>
          <a:prstGeom prst="roundRect">
            <a:avLst/>
          </a:prstGeom>
          <a:blipFill dpi="0"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92"/>
          </a:p>
        </p:txBody>
      </p:sp>
      <p:sp>
        <p:nvSpPr>
          <p:cNvPr id="21519" name="Rectángulo: esquinas redondeadas 21518">
            <a:extLst>
              <a:ext uri="{FF2B5EF4-FFF2-40B4-BE49-F238E27FC236}">
                <a16:creationId xmlns:a16="http://schemas.microsoft.com/office/drawing/2014/main" id="{88DF069B-E334-B6AF-FFCF-30353FAE37A9}"/>
              </a:ext>
            </a:extLst>
          </p:cNvPr>
          <p:cNvSpPr/>
          <p:nvPr/>
        </p:nvSpPr>
        <p:spPr>
          <a:xfrm>
            <a:off x="7925958" y="5275139"/>
            <a:ext cx="776197" cy="678127"/>
          </a:xfrm>
          <a:prstGeom prst="roundRect">
            <a:avLst/>
          </a:prstGeom>
          <a:blipFill dpi="0"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92"/>
          </a:p>
        </p:txBody>
      </p:sp>
      <p:sp>
        <p:nvSpPr>
          <p:cNvPr id="21524" name="Rectángulo 21523">
            <a:extLst>
              <a:ext uri="{FF2B5EF4-FFF2-40B4-BE49-F238E27FC236}">
                <a16:creationId xmlns:a16="http://schemas.microsoft.com/office/drawing/2014/main" id="{D0E61D34-8D4E-0CC5-0A7A-6B2EB74C6994}"/>
              </a:ext>
            </a:extLst>
          </p:cNvPr>
          <p:cNvSpPr/>
          <p:nvPr/>
        </p:nvSpPr>
        <p:spPr>
          <a:xfrm>
            <a:off x="247554" y="4346203"/>
            <a:ext cx="889089" cy="1203227"/>
          </a:xfrm>
          <a:prstGeom prst="rect">
            <a:avLst/>
          </a:prstGeom>
          <a:blipFill dpi="0"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92"/>
          </a:p>
        </p:txBody>
      </p:sp>
      <p:sp>
        <p:nvSpPr>
          <p:cNvPr id="21525" name="CuadroTexto 21524">
            <a:extLst>
              <a:ext uri="{FF2B5EF4-FFF2-40B4-BE49-F238E27FC236}">
                <a16:creationId xmlns:a16="http://schemas.microsoft.com/office/drawing/2014/main" id="{C8F580E7-2704-8E65-71D5-2962FA1D75D2}"/>
              </a:ext>
            </a:extLst>
          </p:cNvPr>
          <p:cNvSpPr txBox="1"/>
          <p:nvPr/>
        </p:nvSpPr>
        <p:spPr>
          <a:xfrm>
            <a:off x="179697" y="3355180"/>
            <a:ext cx="22073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RESULTADO </a:t>
            </a:r>
          </a:p>
        </p:txBody>
      </p:sp>
      <p:sp>
        <p:nvSpPr>
          <p:cNvPr id="21526" name="CuadroTexto 21525">
            <a:extLst>
              <a:ext uri="{FF2B5EF4-FFF2-40B4-BE49-F238E27FC236}">
                <a16:creationId xmlns:a16="http://schemas.microsoft.com/office/drawing/2014/main" id="{045BECE1-0DF6-FB1D-E5EF-DD8E76328E54}"/>
              </a:ext>
            </a:extLst>
          </p:cNvPr>
          <p:cNvSpPr txBox="1"/>
          <p:nvPr/>
        </p:nvSpPr>
        <p:spPr>
          <a:xfrm>
            <a:off x="6500245" y="3242896"/>
            <a:ext cx="2069334" cy="24622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EVALUACIÓN</a:t>
            </a:r>
          </a:p>
        </p:txBody>
      </p:sp>
    </p:spTree>
    <p:extLst>
      <p:ext uri="{BB962C8B-B14F-4D97-AF65-F5344CB8AC3E}">
        <p14:creationId xmlns:p14="http://schemas.microsoft.com/office/powerpoint/2010/main" val="159762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81DE5-4E54-E0DD-0F52-6E50B106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4400" dirty="0"/>
              <a:t>AGENDA</a:t>
            </a:r>
            <a:endParaRPr lang="es-PE" dirty="0"/>
          </a:p>
        </p:txBody>
      </p:sp>
      <p:graphicFrame>
        <p:nvGraphicFramePr>
          <p:cNvPr id="5" name="Marcador de contenido 1">
            <a:extLst>
              <a:ext uri="{FF2B5EF4-FFF2-40B4-BE49-F238E27FC236}">
                <a16:creationId xmlns:a16="http://schemas.microsoft.com/office/drawing/2014/main" id="{AF5B1093-BC2D-B816-B037-1FA1E6CD6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273478"/>
              </p:ext>
            </p:extLst>
          </p:nvPr>
        </p:nvGraphicFramePr>
        <p:xfrm>
          <a:off x="1180226" y="1211028"/>
          <a:ext cx="10117000" cy="484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746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1024-8D6D-1EFB-F1D7-74F88F4A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E273B870-9B57-0CD1-79DC-3319B83D85B3}"/>
              </a:ext>
            </a:extLst>
          </p:cNvPr>
          <p:cNvSpPr txBox="1">
            <a:spLocks/>
          </p:cNvSpPr>
          <p:nvPr/>
        </p:nvSpPr>
        <p:spPr>
          <a:xfrm>
            <a:off x="5638800" y="1815320"/>
            <a:ext cx="6552895" cy="34458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14350" b="0" i="0">
                <a:solidFill>
                  <a:schemeClr val="bg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s-CO" sz="2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Tender Workshop - Licitaciones </a:t>
            </a:r>
            <a:endParaRPr lang="en-US" altLang="es-CO" sz="2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s-CO" sz="2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altLang="es-CO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altLang="es-CO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“</a:t>
            </a:r>
            <a:r>
              <a:rPr lang="es-419" sz="360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Estudios de recurso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419" sz="360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eólico</a:t>
            </a:r>
            <a:r>
              <a:rPr lang="en-US" altLang="es-CO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”</a:t>
            </a:r>
            <a:br>
              <a:rPr lang="en-US" altLang="es-CO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altLang="es-CO" sz="2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 descr="Forma&#10;&#10;Descripción generada automáticamente con confianza baja">
            <a:extLst>
              <a:ext uri="{FF2B5EF4-FFF2-40B4-BE49-F238E27FC236}">
                <a16:creationId xmlns:a16="http://schemas.microsoft.com/office/drawing/2014/main" id="{060FCB43-6823-D2CB-972B-509F8F2A9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927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-Placeholder-9-4">
            <a:extLst>
              <a:ext uri="{FF2B5EF4-FFF2-40B4-BE49-F238E27FC236}">
                <a16:creationId xmlns:a16="http://schemas.microsoft.com/office/drawing/2014/main" id="{1F821780-B134-0C3E-E7DA-ADADF3F118DE}"/>
              </a:ext>
            </a:extLst>
          </p:cNvPr>
          <p:cNvSpPr>
            <a:spLocks noGrp="1"/>
          </p:cNvSpPr>
          <p:nvPr/>
        </p:nvSpPr>
        <p:spPr>
          <a:xfrm>
            <a:off x="558832" y="1683626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9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Objetivo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Estimar el recurso y el AEP para configuraciones de parque definidas por ORYGEN.</a:t>
            </a:r>
          </a:p>
        </p:txBody>
      </p:sp>
      <p:sp>
        <p:nvSpPr>
          <p:cNvPr id="16" name="Content-Placeholder-10-5">
            <a:extLst>
              <a:ext uri="{FF2B5EF4-FFF2-40B4-BE49-F238E27FC236}">
                <a16:creationId xmlns:a16="http://schemas.microsoft.com/office/drawing/2014/main" id="{928EFE1F-8773-65AF-D0BB-B98239BDB220}"/>
              </a:ext>
            </a:extLst>
          </p:cNvPr>
          <p:cNvSpPr>
            <a:spLocks noGrp="1"/>
          </p:cNvSpPr>
          <p:nvPr/>
        </p:nvSpPr>
        <p:spPr>
          <a:xfrm>
            <a:off x="6421756" y="1683626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9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Dos categorías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Parques menores a 200 MW y proyectos entre 200 MW y 400 MW.</a:t>
            </a:r>
          </a:p>
        </p:txBody>
      </p:sp>
      <p:sp>
        <p:nvSpPr>
          <p:cNvPr id="18" name="Content-Placeholder-9-6">
            <a:extLst>
              <a:ext uri="{FF2B5EF4-FFF2-40B4-BE49-F238E27FC236}">
                <a16:creationId xmlns:a16="http://schemas.microsoft.com/office/drawing/2014/main" id="{EC93E14F-F849-81E6-02DD-9E9D9B2966EF}"/>
              </a:ext>
            </a:extLst>
          </p:cNvPr>
          <p:cNvSpPr>
            <a:spLocks noGrp="1"/>
          </p:cNvSpPr>
          <p:nvPr/>
        </p:nvSpPr>
        <p:spPr>
          <a:xfrm>
            <a:off x="558832" y="3668636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9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Horizonte contractual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Periodo previsto de contratación: 3 años.</a:t>
            </a:r>
          </a:p>
        </p:txBody>
      </p:sp>
      <p:sp>
        <p:nvSpPr>
          <p:cNvPr id="20" name="Content-Placeholder-10-7">
            <a:extLst>
              <a:ext uri="{FF2B5EF4-FFF2-40B4-BE49-F238E27FC236}">
                <a16:creationId xmlns:a16="http://schemas.microsoft.com/office/drawing/2014/main" id="{08D9DC58-293E-B506-EC49-97EC44F22C43}"/>
              </a:ext>
            </a:extLst>
          </p:cNvPr>
          <p:cNvSpPr>
            <a:spLocks noGrp="1"/>
          </p:cNvSpPr>
          <p:nvPr/>
        </p:nvSpPr>
        <p:spPr>
          <a:xfrm>
            <a:off x="6421756" y="3668636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9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AEP bruto y neto, percentiles, incertidumbre y soporte a decisiones de diseño.</a:t>
            </a:r>
          </a:p>
        </p:txBody>
      </p:sp>
    </p:spTree>
    <p:extLst>
      <p:ext uri="{BB962C8B-B14F-4D97-AF65-F5344CB8AC3E}">
        <p14:creationId xmlns:p14="http://schemas.microsoft.com/office/powerpoint/2010/main" val="157993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-Rectangle-1-4">
            <a:extLst>
              <a:ext uri="{FF2B5EF4-FFF2-40B4-BE49-F238E27FC236}">
                <a16:creationId xmlns:a16="http://schemas.microsoft.com/office/drawing/2014/main" id="{885903CC-B096-6EDE-4182-B2B2D472E88B}"/>
              </a:ext>
            </a:extLst>
          </p:cNvPr>
          <p:cNvSpPr>
            <a:spLocks noGrp="1"/>
          </p:cNvSpPr>
          <p:nvPr/>
        </p:nvSpPr>
        <p:spPr>
          <a:xfrm>
            <a:off x="364630" y="2206969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419"/>
          </a:p>
        </p:txBody>
      </p:sp>
      <p:sp>
        <p:nvSpPr>
          <p:cNvPr id="5" name="Content-Placeholder-10-5">
            <a:extLst>
              <a:ext uri="{FF2B5EF4-FFF2-40B4-BE49-F238E27FC236}">
                <a16:creationId xmlns:a16="http://schemas.microsoft.com/office/drawing/2014/main" id="{90AE9BA1-BBDE-378F-6669-705A521AFBC2}"/>
              </a:ext>
            </a:extLst>
          </p:cNvPr>
          <p:cNvSpPr>
            <a:spLocks noGrp="1"/>
          </p:cNvSpPr>
          <p:nvPr/>
        </p:nvSpPr>
        <p:spPr>
          <a:xfrm>
            <a:off x="661905" y="2455857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04B18"/>
                </a:solidFill>
                <a:latin typeface="Helvetica Neue"/>
                <a:ea typeface="Helvetica Neue"/>
                <a:cs typeface="Helvetica Neue"/>
              </a:rPr>
              <a:t>PRE-FACTIBILIDAD</a:t>
            </a:r>
          </a:p>
        </p:txBody>
      </p:sp>
      <p:sp>
        <p:nvSpPr>
          <p:cNvPr id="7" name="Content-Placeholder-15-6">
            <a:extLst>
              <a:ext uri="{FF2B5EF4-FFF2-40B4-BE49-F238E27FC236}">
                <a16:creationId xmlns:a16="http://schemas.microsoft.com/office/drawing/2014/main" id="{963EE326-7DA6-58D6-B199-C8DEE59D55F0}"/>
              </a:ext>
            </a:extLst>
          </p:cNvPr>
          <p:cNvSpPr>
            <a:spLocks noGrp="1"/>
          </p:cNvSpPr>
          <p:nvPr/>
        </p:nvSpPr>
        <p:spPr>
          <a:xfrm>
            <a:off x="661905" y="3696489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Sin medición in situ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ERA5 + downscaling + microescala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P50 / P90 y LCOE preliminar</a:t>
            </a:r>
          </a:p>
        </p:txBody>
      </p:sp>
      <p:sp>
        <p:nvSpPr>
          <p:cNvPr id="9" name="Rounded-Rectangle-7-7">
            <a:extLst>
              <a:ext uri="{FF2B5EF4-FFF2-40B4-BE49-F238E27FC236}">
                <a16:creationId xmlns:a16="http://schemas.microsoft.com/office/drawing/2014/main" id="{0917017B-E471-876F-6D64-2D26AFB1682D}"/>
              </a:ext>
            </a:extLst>
          </p:cNvPr>
          <p:cNvSpPr>
            <a:spLocks noGrp="1"/>
          </p:cNvSpPr>
          <p:nvPr/>
        </p:nvSpPr>
        <p:spPr>
          <a:xfrm>
            <a:off x="6380526" y="2206969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419"/>
          </a:p>
        </p:txBody>
      </p:sp>
      <p:sp>
        <p:nvSpPr>
          <p:cNvPr id="11" name="Content-Placeholder-10-8">
            <a:extLst>
              <a:ext uri="{FF2B5EF4-FFF2-40B4-BE49-F238E27FC236}">
                <a16:creationId xmlns:a16="http://schemas.microsoft.com/office/drawing/2014/main" id="{32C881C1-C8DE-9F86-A749-6A36ADB179E0}"/>
              </a:ext>
            </a:extLst>
          </p:cNvPr>
          <p:cNvSpPr>
            <a:spLocks noGrp="1"/>
          </p:cNvSpPr>
          <p:nvPr/>
        </p:nvSpPr>
        <p:spPr>
          <a:xfrm>
            <a:off x="6677801" y="2455857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04B18"/>
                </a:solidFill>
                <a:latin typeface="Helvetica Neue"/>
                <a:ea typeface="Helvetica Neue"/>
                <a:cs typeface="Helvetica Neue"/>
              </a:rPr>
              <a:t>FACTIBILIDAD</a:t>
            </a:r>
          </a:p>
        </p:txBody>
      </p:sp>
      <p:sp>
        <p:nvSpPr>
          <p:cNvPr id="13" name="Content-Placeholder-15-9">
            <a:extLst>
              <a:ext uri="{FF2B5EF4-FFF2-40B4-BE49-F238E27FC236}">
                <a16:creationId xmlns:a16="http://schemas.microsoft.com/office/drawing/2014/main" id="{462F3A40-40F9-0E32-92CB-C312AF43D51E}"/>
              </a:ext>
            </a:extLst>
          </p:cNvPr>
          <p:cNvSpPr>
            <a:spLocks noGrp="1"/>
          </p:cNvSpPr>
          <p:nvPr/>
        </p:nvSpPr>
        <p:spPr>
          <a:xfrm>
            <a:off x="6677801" y="3696489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Torres y/o LiDAR + largo plazo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QA/QC + MCP + modelo de flujo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P50 / P75 / P90 + bancabilidad</a:t>
            </a:r>
          </a:p>
        </p:txBody>
      </p:sp>
    </p:spTree>
    <p:extLst>
      <p:ext uri="{BB962C8B-B14F-4D97-AF65-F5344CB8AC3E}">
        <p14:creationId xmlns:p14="http://schemas.microsoft.com/office/powerpoint/2010/main" val="97864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10-3">
            <a:extLst>
              <a:ext uri="{FF2B5EF4-FFF2-40B4-BE49-F238E27FC236}">
                <a16:creationId xmlns:a16="http://schemas.microsoft.com/office/drawing/2014/main" id="{03897D0F-511A-6892-2446-7EDB48559C6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Pre-factibilidad: rapidez con datos modelados</a:t>
            </a:r>
          </a:p>
        </p:txBody>
      </p:sp>
      <p:sp>
        <p:nvSpPr>
          <p:cNvPr id="7" name="Content-Placeholder-15-4">
            <a:extLst>
              <a:ext uri="{FF2B5EF4-FFF2-40B4-BE49-F238E27FC236}">
                <a16:creationId xmlns:a16="http://schemas.microsoft.com/office/drawing/2014/main" id="{D7CACB24-527D-3F70-C959-310C01FB081C}"/>
              </a:ext>
            </a:extLst>
          </p:cNvPr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Layout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Configuración preliminar y restricciones.</a:t>
            </a:r>
          </a:p>
        </p:txBody>
      </p:sp>
      <p:sp>
        <p:nvSpPr>
          <p:cNvPr id="9" name="Text-Placeholder-16-5">
            <a:extLst>
              <a:ext uri="{FF2B5EF4-FFF2-40B4-BE49-F238E27FC236}">
                <a16:creationId xmlns:a16="http://schemas.microsoft.com/office/drawing/2014/main" id="{F8456BB5-7EF9-6F1B-F7FD-1EF147848F21}"/>
              </a:ext>
            </a:extLst>
          </p:cNvPr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Turbinas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Al menos 3 modelos y alturas de buje.</a:t>
            </a:r>
          </a:p>
        </p:txBody>
      </p:sp>
      <p:sp>
        <p:nvSpPr>
          <p:cNvPr id="11" name="Content-Placeholder-17-6">
            <a:extLst>
              <a:ext uri="{FF2B5EF4-FFF2-40B4-BE49-F238E27FC236}">
                <a16:creationId xmlns:a16="http://schemas.microsoft.com/office/drawing/2014/main" id="{FB8E1512-9DF8-ACD4-965F-E76152E7FE7A}"/>
              </a:ext>
            </a:extLst>
          </p:cNvPr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Producción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AEP bruto/neto y P50-P90.</a:t>
            </a:r>
          </a:p>
        </p:txBody>
      </p:sp>
      <p:sp>
        <p:nvSpPr>
          <p:cNvPr id="13" name="Text-Placeholder-18-7">
            <a:extLst>
              <a:ext uri="{FF2B5EF4-FFF2-40B4-BE49-F238E27FC236}">
                <a16:creationId xmlns:a16="http://schemas.microsoft.com/office/drawing/2014/main" id="{BB41D9E2-7A95-C3F3-0C07-8F8A8AD4C8C0}"/>
              </a:ext>
            </a:extLst>
          </p:cNvPr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Horizonte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Producción a 20, 25 y 30 años; LCOE preliminar.</a:t>
            </a:r>
          </a:p>
        </p:txBody>
      </p:sp>
      <p:sp>
        <p:nvSpPr>
          <p:cNvPr id="15" name="Content-Placeholder-15-8">
            <a:extLst>
              <a:ext uri="{FF2B5EF4-FFF2-40B4-BE49-F238E27FC236}">
                <a16:creationId xmlns:a16="http://schemas.microsoft.com/office/drawing/2014/main" id="{8E99FD5F-DE06-7A7A-C0DF-CEBDFC0B6B59}"/>
              </a:ext>
            </a:extLst>
          </p:cNvPr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Base climática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ERA5 de largo plazo.</a:t>
            </a:r>
          </a:p>
        </p:txBody>
      </p:sp>
      <p:sp>
        <p:nvSpPr>
          <p:cNvPr id="17" name="Text-Placeholder-16-9">
            <a:extLst>
              <a:ext uri="{FF2B5EF4-FFF2-40B4-BE49-F238E27FC236}">
                <a16:creationId xmlns:a16="http://schemas.microsoft.com/office/drawing/2014/main" id="{CD4884DE-BD95-AE85-FAE6-CBE9EE5073D6}"/>
              </a:ext>
            </a:extLst>
          </p:cNvPr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Downscaling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WRF o VORTEX; resolución meso 1-3 km.</a:t>
            </a:r>
          </a:p>
        </p:txBody>
      </p:sp>
      <p:sp>
        <p:nvSpPr>
          <p:cNvPr id="19" name="Content-Placeholder-17-10">
            <a:extLst>
              <a:ext uri="{FF2B5EF4-FFF2-40B4-BE49-F238E27FC236}">
                <a16:creationId xmlns:a16="http://schemas.microsoft.com/office/drawing/2014/main" id="{5B0F9B70-CCBE-9D1E-7250-AE9E1E9AB3C0}"/>
              </a:ext>
            </a:extLst>
          </p:cNvPr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Clima eólico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Weibull sectorial y rosas de viento/energía.</a:t>
            </a:r>
          </a:p>
        </p:txBody>
      </p:sp>
      <p:sp>
        <p:nvSpPr>
          <p:cNvPr id="21" name="Text-Placeholder-18-11">
            <a:extLst>
              <a:ext uri="{FF2B5EF4-FFF2-40B4-BE49-F238E27FC236}">
                <a16:creationId xmlns:a16="http://schemas.microsoft.com/office/drawing/2014/main" id="{DEB32BEE-E27A-FB1E-46C6-C96F7FA7F535}"/>
              </a:ext>
            </a:extLst>
          </p:cNvPr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Microescala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WAsP, WindSim o equivalente acordado.</a:t>
            </a:r>
          </a:p>
        </p:txBody>
      </p:sp>
      <p:sp>
        <p:nvSpPr>
          <p:cNvPr id="23" name="accent-5">
            <a:extLst>
              <a:ext uri="{FF2B5EF4-FFF2-40B4-BE49-F238E27FC236}">
                <a16:creationId xmlns:a16="http://schemas.microsoft.com/office/drawing/2014/main" id="{D7AEE26F-9240-C13A-473D-152DEF365A22}"/>
              </a:ext>
            </a:extLst>
          </p:cNvPr>
          <p:cNvSpPr>
            <a:spLocks noGrp="1"/>
          </p:cNvSpPr>
          <p:nvPr/>
        </p:nvSpPr>
        <p:spPr>
          <a:xfrm>
            <a:off x="190500" y="361950"/>
            <a:ext cx="57150" cy="552450"/>
          </a:xfrm>
          <a:prstGeom prst="rect">
            <a:avLst/>
          </a:prstGeom>
          <a:solidFill>
            <a:srgbClr val="F04B18"/>
          </a:solidFill>
          <a:ln w="0">
            <a:noFill/>
            <a:prstDash val="soli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46908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10-3">
            <a:extLst>
              <a:ext uri="{FF2B5EF4-FFF2-40B4-BE49-F238E27FC236}">
                <a16:creationId xmlns:a16="http://schemas.microsoft.com/office/drawing/2014/main" id="{610BAE7D-28A1-BA87-0F79-DC0817AC5AC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Factibilidad</a:t>
            </a:r>
            <a:r>
              <a:rPr sz="360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: </a:t>
            </a:r>
            <a:r>
              <a:rPr sz="360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medición</a:t>
            </a:r>
            <a:r>
              <a:rPr sz="360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360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trazabilidad</a:t>
            </a:r>
            <a:r>
              <a:rPr sz="3600" b="1" dirty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60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bancaria</a:t>
            </a:r>
            <a:endParaRPr sz="3600" b="1" dirty="0">
              <a:solidFill>
                <a:srgbClr val="11111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Content-Placeholder-15-4">
            <a:extLst>
              <a:ext uri="{FF2B5EF4-FFF2-40B4-BE49-F238E27FC236}">
                <a16:creationId xmlns:a16="http://schemas.microsoft.com/office/drawing/2014/main" id="{8F535A1F-ECAE-FC38-A885-7694C016F6BF}"/>
              </a:ext>
            </a:extLst>
          </p:cNvPr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Verificación RSD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Recuperación, sesgo y correlación sectorial a 10 min.</a:t>
            </a:r>
          </a:p>
        </p:txBody>
      </p:sp>
      <p:sp>
        <p:nvSpPr>
          <p:cNvPr id="9" name="Text-Placeholder-16-5">
            <a:extLst>
              <a:ext uri="{FF2B5EF4-FFF2-40B4-BE49-F238E27FC236}">
                <a16:creationId xmlns:a16="http://schemas.microsoft.com/office/drawing/2014/main" id="{4F9D4665-2487-5B4C-B2BE-120DE01B16E5}"/>
              </a:ext>
            </a:extLst>
          </p:cNvPr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Cruce de mástiles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Sincronización, perfiles y Pearson/R².</a:t>
            </a:r>
          </a:p>
        </p:txBody>
      </p:sp>
      <p:sp>
        <p:nvSpPr>
          <p:cNvPr id="11" name="Content-Placeholder-17-6">
            <a:extLst>
              <a:ext uri="{FF2B5EF4-FFF2-40B4-BE49-F238E27FC236}">
                <a16:creationId xmlns:a16="http://schemas.microsoft.com/office/drawing/2014/main" id="{394B1933-E990-C33F-4573-2A19B7DFBC18}"/>
              </a:ext>
            </a:extLst>
          </p:cNvPr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MCP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Regresión/Matrix MCP, bootstrapping, R², sesgo y RMSE.</a:t>
            </a:r>
          </a:p>
        </p:txBody>
      </p:sp>
      <p:sp>
        <p:nvSpPr>
          <p:cNvPr id="13" name="Text-Placeholder-18-7">
            <a:extLst>
              <a:ext uri="{FF2B5EF4-FFF2-40B4-BE49-F238E27FC236}">
                <a16:creationId xmlns:a16="http://schemas.microsoft.com/office/drawing/2014/main" id="{8282B17A-D2DF-6A02-E989-21C27A0A1200}"/>
              </a:ext>
            </a:extLst>
          </p:cNvPr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Site Suitability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Dos turbinas; parámetros IEC y clasificación del sitio.</a:t>
            </a:r>
          </a:p>
        </p:txBody>
      </p:sp>
      <p:sp>
        <p:nvSpPr>
          <p:cNvPr id="15" name="Content-Placeholder-15-8">
            <a:extLst>
              <a:ext uri="{FF2B5EF4-FFF2-40B4-BE49-F238E27FC236}">
                <a16:creationId xmlns:a16="http://schemas.microsoft.com/office/drawing/2014/main" id="{285A280D-9A00-2118-7A75-F082093B9B10}"/>
              </a:ext>
            </a:extLst>
          </p:cNvPr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Documentación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Torres/RSD, sensores, montaje y certificados.</a:t>
            </a:r>
          </a:p>
        </p:txBody>
      </p:sp>
      <p:sp>
        <p:nvSpPr>
          <p:cNvPr id="17" name="Text-Placeholder-16-9">
            <a:extLst>
              <a:ext uri="{FF2B5EF4-FFF2-40B4-BE49-F238E27FC236}">
                <a16:creationId xmlns:a16="http://schemas.microsoft.com/office/drawing/2014/main" id="{19FEE8D8-AEFA-35FD-05BB-95364BD4CBAB}"/>
              </a:ext>
            </a:extLst>
          </p:cNvPr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Conversión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Datos legibles y consolidados por torre en CSV.</a:t>
            </a:r>
          </a:p>
        </p:txBody>
      </p:sp>
      <p:sp>
        <p:nvSpPr>
          <p:cNvPr id="19" name="Content-Placeholder-17-10">
            <a:extLst>
              <a:ext uri="{FF2B5EF4-FFF2-40B4-BE49-F238E27FC236}">
                <a16:creationId xmlns:a16="http://schemas.microsoft.com/office/drawing/2014/main" id="{7727EC2B-E52F-A75A-1297-721255A4A5C2}"/>
              </a:ext>
            </a:extLst>
          </p:cNvPr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Calibración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Coherencia de transducción y correcciones justificadas.</a:t>
            </a:r>
          </a:p>
        </p:txBody>
      </p:sp>
      <p:sp>
        <p:nvSpPr>
          <p:cNvPr id="21" name="Text-Placeholder-18-11">
            <a:extLst>
              <a:ext uri="{FF2B5EF4-FFF2-40B4-BE49-F238E27FC236}">
                <a16:creationId xmlns:a16="http://schemas.microsoft.com/office/drawing/2014/main" id="{721CDD86-181A-7EAB-AC0A-A617498D4218}"/>
              </a:ext>
            </a:extLst>
          </p:cNvPr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Limpieza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Flags, reconstrucción y series limpias/calibradas.</a:t>
            </a:r>
          </a:p>
        </p:txBody>
      </p:sp>
      <p:sp>
        <p:nvSpPr>
          <p:cNvPr id="23" name="accent-6">
            <a:extLst>
              <a:ext uri="{FF2B5EF4-FFF2-40B4-BE49-F238E27FC236}">
                <a16:creationId xmlns:a16="http://schemas.microsoft.com/office/drawing/2014/main" id="{371216D8-009E-0911-5838-B4B61E13B10F}"/>
              </a:ext>
            </a:extLst>
          </p:cNvPr>
          <p:cNvSpPr>
            <a:spLocks noGrp="1"/>
          </p:cNvSpPr>
          <p:nvPr/>
        </p:nvSpPr>
        <p:spPr>
          <a:xfrm>
            <a:off x="190500" y="361950"/>
            <a:ext cx="57150" cy="552450"/>
          </a:xfrm>
          <a:prstGeom prst="rect">
            <a:avLst/>
          </a:prstGeom>
          <a:solidFill>
            <a:srgbClr val="F04B18"/>
          </a:solidFill>
          <a:ln w="0">
            <a:noFill/>
            <a:prstDash val="soli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12600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-Rectangle-1-4">
            <a:extLst>
              <a:ext uri="{FF2B5EF4-FFF2-40B4-BE49-F238E27FC236}">
                <a16:creationId xmlns:a16="http://schemas.microsoft.com/office/drawing/2014/main" id="{94BB283D-9699-37D1-39C6-CA1E3E2C5A8D}"/>
              </a:ext>
            </a:extLst>
          </p:cNvPr>
          <p:cNvSpPr>
            <a:spLocks noGrp="1"/>
          </p:cNvSpPr>
          <p:nvPr/>
        </p:nvSpPr>
        <p:spPr>
          <a:xfrm>
            <a:off x="529413" y="1836855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419"/>
          </a:p>
        </p:txBody>
      </p:sp>
      <p:sp>
        <p:nvSpPr>
          <p:cNvPr id="7" name="Content-Placeholder-10-5">
            <a:extLst>
              <a:ext uri="{FF2B5EF4-FFF2-40B4-BE49-F238E27FC236}">
                <a16:creationId xmlns:a16="http://schemas.microsoft.com/office/drawing/2014/main" id="{B7511D41-CD59-848D-FFBA-17C9C4C5E571}"/>
              </a:ext>
            </a:extLst>
          </p:cNvPr>
          <p:cNvSpPr>
            <a:spLocks noGrp="1"/>
          </p:cNvSpPr>
          <p:nvPr/>
        </p:nvSpPr>
        <p:spPr>
          <a:xfrm>
            <a:off x="826688" y="2085743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04B18"/>
                </a:solidFill>
                <a:latin typeface="Helvetica Neue"/>
                <a:ea typeface="Helvetica Neue"/>
                <a:cs typeface="Helvetica Neue"/>
              </a:rPr>
              <a:t>MODELO LINEAL</a:t>
            </a:r>
          </a:p>
        </p:txBody>
      </p:sp>
      <p:sp>
        <p:nvSpPr>
          <p:cNvPr id="9" name="Content-Placeholder-15-6">
            <a:extLst>
              <a:ext uri="{FF2B5EF4-FFF2-40B4-BE49-F238E27FC236}">
                <a16:creationId xmlns:a16="http://schemas.microsoft.com/office/drawing/2014/main" id="{47CBD3A3-3083-3604-C84A-F4499BFC1DCE}"/>
              </a:ext>
            </a:extLst>
          </p:cNvPr>
          <p:cNvSpPr>
            <a:spLocks noGrp="1"/>
          </p:cNvSpPr>
          <p:nvPr/>
        </p:nvSpPr>
        <p:spPr>
          <a:xfrm>
            <a:off x="826688" y="3326375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 dirty="0" err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Terreno</a:t>
            </a:r>
            <a:r>
              <a:rPr sz="1600" b="0" dirty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simple: RIX &lt; 2%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 dirty="0" err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Moderado</a:t>
            </a:r>
            <a:r>
              <a:rPr sz="1600" b="0" dirty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: 2% ≤ RIX ≤ 5%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 dirty="0" err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Aplicabilidad</a:t>
            </a:r>
            <a:r>
              <a:rPr sz="1600" b="0" dirty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justificada</a:t>
            </a:r>
            <a:endParaRPr sz="1600" b="0" dirty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ounded-Rectangle-7-7">
            <a:extLst>
              <a:ext uri="{FF2B5EF4-FFF2-40B4-BE49-F238E27FC236}">
                <a16:creationId xmlns:a16="http://schemas.microsoft.com/office/drawing/2014/main" id="{858A7B37-688F-2D4C-DD25-DD4F1BA6BA94}"/>
              </a:ext>
            </a:extLst>
          </p:cNvPr>
          <p:cNvSpPr>
            <a:spLocks noGrp="1"/>
          </p:cNvSpPr>
          <p:nvPr/>
        </p:nvSpPr>
        <p:spPr>
          <a:xfrm>
            <a:off x="6393194" y="1836855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es-419"/>
          </a:p>
        </p:txBody>
      </p:sp>
      <p:sp>
        <p:nvSpPr>
          <p:cNvPr id="13" name="Content-Placeholder-10-8">
            <a:extLst>
              <a:ext uri="{FF2B5EF4-FFF2-40B4-BE49-F238E27FC236}">
                <a16:creationId xmlns:a16="http://schemas.microsoft.com/office/drawing/2014/main" id="{0D4D4A72-8791-B3ED-381B-7481AA19852A}"/>
              </a:ext>
            </a:extLst>
          </p:cNvPr>
          <p:cNvSpPr>
            <a:spLocks noGrp="1"/>
          </p:cNvSpPr>
          <p:nvPr/>
        </p:nvSpPr>
        <p:spPr>
          <a:xfrm>
            <a:off x="6690469" y="2085743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04B18"/>
                </a:solidFill>
                <a:latin typeface="Helvetica Neue"/>
                <a:ea typeface="Helvetica Neue"/>
                <a:cs typeface="Helvetica Neue"/>
              </a:rPr>
              <a:t>MODELACIÓN CFD</a:t>
            </a:r>
          </a:p>
        </p:txBody>
      </p:sp>
      <p:sp>
        <p:nvSpPr>
          <p:cNvPr id="15" name="Content-Placeholder-15-9">
            <a:extLst>
              <a:ext uri="{FF2B5EF4-FFF2-40B4-BE49-F238E27FC236}">
                <a16:creationId xmlns:a16="http://schemas.microsoft.com/office/drawing/2014/main" id="{34107233-3B9A-9E4C-BC9F-30F8C368519B}"/>
              </a:ext>
            </a:extLst>
          </p:cNvPr>
          <p:cNvSpPr>
            <a:spLocks noGrp="1"/>
          </p:cNvSpPr>
          <p:nvPr/>
        </p:nvSpPr>
        <p:spPr>
          <a:xfrm>
            <a:off x="6690469" y="3326375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Terreno complejo: RIX &gt; 5%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También por otras complejidades del proyecto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Uso sujeto a acuerdo con ORYGEN</a:t>
            </a:r>
          </a:p>
        </p:txBody>
      </p:sp>
      <p:sp>
        <p:nvSpPr>
          <p:cNvPr id="17" name="footer-rule-8">
            <a:extLst>
              <a:ext uri="{FF2B5EF4-FFF2-40B4-BE49-F238E27FC236}">
                <a16:creationId xmlns:a16="http://schemas.microsoft.com/office/drawing/2014/main" id="{541E4C8D-5113-6BB9-1627-CA9F34AA9B55}"/>
              </a:ext>
            </a:extLst>
          </p:cNvPr>
          <p:cNvSpPr>
            <a:spLocks noGrp="1"/>
          </p:cNvSpPr>
          <p:nvPr/>
        </p:nvSpPr>
        <p:spPr>
          <a:xfrm>
            <a:off x="522936" y="4689021"/>
            <a:ext cx="10744200" cy="19050"/>
          </a:xfrm>
          <a:prstGeom prst="rect">
            <a:avLst/>
          </a:prstGeom>
          <a:solidFill>
            <a:srgbClr val="DADCE0"/>
          </a:solidFill>
          <a:ln w="0">
            <a:noFill/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itle-10-3">
            <a:extLst>
              <a:ext uri="{FF2B5EF4-FFF2-40B4-BE49-F238E27FC236}">
                <a16:creationId xmlns:a16="http://schemas.microsoft.com/office/drawing/2014/main" id="{8A5A6408-16B9-E086-7C57-444BC4CD9DA6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s-419" sz="3600" b="1" dirty="0" err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Metodologias</a:t>
            </a:r>
            <a:endParaRPr sz="3600" b="1" dirty="0">
              <a:solidFill>
                <a:srgbClr val="11111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accent-6">
            <a:extLst>
              <a:ext uri="{FF2B5EF4-FFF2-40B4-BE49-F238E27FC236}">
                <a16:creationId xmlns:a16="http://schemas.microsoft.com/office/drawing/2014/main" id="{A7641B91-9124-2B35-1AA7-6F7610418AAD}"/>
              </a:ext>
            </a:extLst>
          </p:cNvPr>
          <p:cNvSpPr>
            <a:spLocks noGrp="1"/>
          </p:cNvSpPr>
          <p:nvPr/>
        </p:nvSpPr>
        <p:spPr>
          <a:xfrm>
            <a:off x="190500" y="361950"/>
            <a:ext cx="57150" cy="552450"/>
          </a:xfrm>
          <a:prstGeom prst="rect">
            <a:avLst/>
          </a:prstGeom>
          <a:solidFill>
            <a:srgbClr val="F04B18"/>
          </a:solidFill>
          <a:ln w="0">
            <a:noFill/>
            <a:prstDash val="soli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84296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10-3">
            <a:extLst>
              <a:ext uri="{FF2B5EF4-FFF2-40B4-BE49-F238E27FC236}">
                <a16:creationId xmlns:a16="http://schemas.microsoft.com/office/drawing/2014/main" id="{12773B06-EF51-0773-3C42-1868732DD0F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Entregables: informe, datos y modelos editables</a:t>
            </a:r>
          </a:p>
        </p:txBody>
      </p:sp>
      <p:sp>
        <p:nvSpPr>
          <p:cNvPr id="7" name="Content-Placeholder-15-4">
            <a:extLst>
              <a:ext uri="{FF2B5EF4-FFF2-40B4-BE49-F238E27FC236}">
                <a16:creationId xmlns:a16="http://schemas.microsoft.com/office/drawing/2014/main" id="{270FD88C-EACA-A3EA-63F1-19EC57A69550}"/>
              </a:ext>
            </a:extLst>
          </p:cNvPr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Mapas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Recurso a alturas de buje: RSF, WRG y SiteRes.</a:t>
            </a:r>
          </a:p>
        </p:txBody>
      </p:sp>
      <p:sp>
        <p:nvSpPr>
          <p:cNvPr id="9" name="Text-Placeholder-16-5">
            <a:extLst>
              <a:ext uri="{FF2B5EF4-FFF2-40B4-BE49-F238E27FC236}">
                <a16:creationId xmlns:a16="http://schemas.microsoft.com/office/drawing/2014/main" id="{8D6C1D3F-24EB-6F63-7692-C56B02383599}"/>
              </a:ext>
            </a:extLst>
          </p:cNvPr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Datos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CSV; anexos Excel en MWh con 4 decimales.</a:t>
            </a:r>
          </a:p>
        </p:txBody>
      </p:sp>
      <p:sp>
        <p:nvSpPr>
          <p:cNvPr id="11" name="Content-Placeholder-17-6">
            <a:extLst>
              <a:ext uri="{FF2B5EF4-FFF2-40B4-BE49-F238E27FC236}">
                <a16:creationId xmlns:a16="http://schemas.microsoft.com/office/drawing/2014/main" id="{C5921CE1-AD73-1959-CF4F-0685131F379F}"/>
              </a:ext>
            </a:extLst>
          </p:cNvPr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Ingeniería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Shapefiles, layout, pérdidas e incertidumbre.</a:t>
            </a:r>
          </a:p>
        </p:txBody>
      </p:sp>
      <p:sp>
        <p:nvSpPr>
          <p:cNvPr id="13" name="Text-Placeholder-18-7">
            <a:extLst>
              <a:ext uri="{FF2B5EF4-FFF2-40B4-BE49-F238E27FC236}">
                <a16:creationId xmlns:a16="http://schemas.microsoft.com/office/drawing/2014/main" id="{A2AF4BBF-0A5B-9F34-F802-53D30EE50070}"/>
              </a:ext>
            </a:extLst>
          </p:cNvPr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Informe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AEP final en español e inglés; LCOE y Site Suitability.</a:t>
            </a:r>
          </a:p>
        </p:txBody>
      </p:sp>
      <p:sp>
        <p:nvSpPr>
          <p:cNvPr id="15" name="Content-Placeholder-15-8">
            <a:extLst>
              <a:ext uri="{FF2B5EF4-FFF2-40B4-BE49-F238E27FC236}">
                <a16:creationId xmlns:a16="http://schemas.microsoft.com/office/drawing/2014/main" id="{9E393F4B-C1AE-6E4A-F382-FAE33766D616}"/>
              </a:ext>
            </a:extLst>
          </p:cNvPr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AEP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Bruto y neto; 20, 25 y 30 años.</a:t>
            </a:r>
          </a:p>
        </p:txBody>
      </p:sp>
      <p:sp>
        <p:nvSpPr>
          <p:cNvPr id="17" name="Text-Placeholder-16-9">
            <a:extLst>
              <a:ext uri="{FF2B5EF4-FFF2-40B4-BE49-F238E27FC236}">
                <a16:creationId xmlns:a16="http://schemas.microsoft.com/office/drawing/2014/main" id="{676CAE36-BBAD-F57F-D40B-08775E1DEA5A}"/>
              </a:ext>
            </a:extLst>
          </p:cNvPr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Percentiles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P50/P90 y P75 para factibilidad.</a:t>
            </a:r>
          </a:p>
        </p:txBody>
      </p:sp>
      <p:sp>
        <p:nvSpPr>
          <p:cNvPr id="19" name="Content-Placeholder-17-10">
            <a:extLst>
              <a:ext uri="{FF2B5EF4-FFF2-40B4-BE49-F238E27FC236}">
                <a16:creationId xmlns:a16="http://schemas.microsoft.com/office/drawing/2014/main" id="{5689BA78-EBFE-6B6B-76CF-A9408DA51498}"/>
              </a:ext>
            </a:extLst>
          </p:cNvPr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Series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Año 1, año tipo y perfiles 12×24.</a:t>
            </a:r>
          </a:p>
        </p:txBody>
      </p:sp>
      <p:sp>
        <p:nvSpPr>
          <p:cNvPr id="21" name="Text-Placeholder-18-11">
            <a:extLst>
              <a:ext uri="{FF2B5EF4-FFF2-40B4-BE49-F238E27FC236}">
                <a16:creationId xmlns:a16="http://schemas.microsoft.com/office/drawing/2014/main" id="{F6871C08-AF3B-E2F8-961F-F4A2E5282524}"/>
              </a:ext>
            </a:extLst>
          </p:cNvPr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Curvas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Producción anual y curva de potencia del parque.</a:t>
            </a:r>
          </a:p>
        </p:txBody>
      </p:sp>
      <p:sp>
        <p:nvSpPr>
          <p:cNvPr id="23" name="accent-11">
            <a:extLst>
              <a:ext uri="{FF2B5EF4-FFF2-40B4-BE49-F238E27FC236}">
                <a16:creationId xmlns:a16="http://schemas.microsoft.com/office/drawing/2014/main" id="{237A9909-D93C-CA1E-D7D6-1EB1DB565D9E}"/>
              </a:ext>
            </a:extLst>
          </p:cNvPr>
          <p:cNvSpPr>
            <a:spLocks noGrp="1"/>
          </p:cNvSpPr>
          <p:nvPr/>
        </p:nvSpPr>
        <p:spPr>
          <a:xfrm>
            <a:off x="190500" y="361950"/>
            <a:ext cx="57150" cy="552450"/>
          </a:xfrm>
          <a:prstGeom prst="rect">
            <a:avLst/>
          </a:prstGeom>
          <a:solidFill>
            <a:srgbClr val="F04B18"/>
          </a:solidFill>
          <a:ln w="0">
            <a:noFill/>
            <a:prstDash val="soli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8932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10-3">
            <a:extLst>
              <a:ext uri="{FF2B5EF4-FFF2-40B4-BE49-F238E27FC236}">
                <a16:creationId xmlns:a16="http://schemas.microsoft.com/office/drawing/2014/main" id="{489A0585-DF6C-6469-67FD-C6002847476E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Consultoría senior más allá del informe AEP</a:t>
            </a:r>
          </a:p>
        </p:txBody>
      </p:sp>
      <p:sp>
        <p:nvSpPr>
          <p:cNvPr id="7" name="Content-Placeholder-15-4">
            <a:extLst>
              <a:ext uri="{FF2B5EF4-FFF2-40B4-BE49-F238E27FC236}">
                <a16:creationId xmlns:a16="http://schemas.microsoft.com/office/drawing/2014/main" id="{FFD20F11-FD5A-284F-0C60-DBB013809037}"/>
              </a:ext>
            </a:extLst>
          </p:cNvPr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Revisión independiente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Evaluación energética de terceros.</a:t>
            </a:r>
          </a:p>
        </p:txBody>
      </p:sp>
      <p:sp>
        <p:nvSpPr>
          <p:cNvPr id="9" name="Text-Placeholder-16-5">
            <a:extLst>
              <a:ext uri="{FF2B5EF4-FFF2-40B4-BE49-F238E27FC236}">
                <a16:creationId xmlns:a16="http://schemas.microsoft.com/office/drawing/2014/main" id="{AC446FF8-6A9E-0386-9D36-17FF5CA62157}"/>
              </a:ext>
            </a:extLst>
          </p:cNvPr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Site Suitability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Revisión y negociación con stakeholders.</a:t>
            </a:r>
          </a:p>
        </p:txBody>
      </p:sp>
      <p:sp>
        <p:nvSpPr>
          <p:cNvPr id="11" name="Content-Placeholder-17-6">
            <a:extLst>
              <a:ext uri="{FF2B5EF4-FFF2-40B4-BE49-F238E27FC236}">
                <a16:creationId xmlns:a16="http://schemas.microsoft.com/office/drawing/2014/main" id="{8A283B30-202B-AB46-04BD-C09263325FA3}"/>
              </a:ext>
            </a:extLst>
          </p:cNvPr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Curva de potencia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Soporte conforme a IEC 61400-12.</a:t>
            </a:r>
          </a:p>
        </p:txBody>
      </p:sp>
      <p:sp>
        <p:nvSpPr>
          <p:cNvPr id="13" name="Text-Placeholder-18-7">
            <a:extLst>
              <a:ext uri="{FF2B5EF4-FFF2-40B4-BE49-F238E27FC236}">
                <a16:creationId xmlns:a16="http://schemas.microsoft.com/office/drawing/2014/main" id="{9C0D672C-888B-F00D-4A86-32527536FA7A}"/>
              </a:ext>
            </a:extLst>
          </p:cNvPr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Operación y cargas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Post-construcción y estudio de cargas.</a:t>
            </a:r>
          </a:p>
        </p:txBody>
      </p:sp>
      <p:sp>
        <p:nvSpPr>
          <p:cNvPr id="15" name="Content-Placeholder-15-8">
            <a:extLst>
              <a:ext uri="{FF2B5EF4-FFF2-40B4-BE49-F238E27FC236}">
                <a16:creationId xmlns:a16="http://schemas.microsoft.com/office/drawing/2014/main" id="{1F5F6264-473B-DDED-56DA-95254EA84CEC}"/>
              </a:ext>
            </a:extLst>
          </p:cNvPr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Pérdidas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Revisión de pérdidas e incertidumbres.</a:t>
            </a:r>
          </a:p>
        </p:txBody>
      </p:sp>
      <p:sp>
        <p:nvSpPr>
          <p:cNvPr id="17" name="Text-Placeholder-16-9">
            <a:extLst>
              <a:ext uri="{FF2B5EF4-FFF2-40B4-BE49-F238E27FC236}">
                <a16:creationId xmlns:a16="http://schemas.microsoft.com/office/drawing/2014/main" id="{9E4D27AC-71B1-4BFB-55E0-5A3E80F14111}"/>
              </a:ext>
            </a:extLst>
          </p:cNvPr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Medición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Despliegue LiDAR y campaña.</a:t>
            </a:r>
          </a:p>
        </p:txBody>
      </p:sp>
      <p:sp>
        <p:nvSpPr>
          <p:cNvPr id="19" name="Content-Placeholder-17-10">
            <a:extLst>
              <a:ext uri="{FF2B5EF4-FFF2-40B4-BE49-F238E27FC236}">
                <a16:creationId xmlns:a16="http://schemas.microsoft.com/office/drawing/2014/main" id="{6E8083FF-C256-9B53-F843-221F37AADA15}"/>
              </a:ext>
            </a:extLst>
          </p:cNvPr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Factores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LIF, SSPC y SSDA.</a:t>
            </a:r>
          </a:p>
        </p:txBody>
      </p:sp>
      <p:sp>
        <p:nvSpPr>
          <p:cNvPr id="21" name="Text-Placeholder-18-11">
            <a:extLst>
              <a:ext uri="{FF2B5EF4-FFF2-40B4-BE49-F238E27FC236}">
                <a16:creationId xmlns:a16="http://schemas.microsoft.com/office/drawing/2014/main" id="{652B34C9-D7D4-628A-59AE-7B669EA34240}"/>
              </a:ext>
            </a:extLst>
          </p:cNvPr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13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Optimización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Energy Yield frente a CAPEX, LCOE e IRR.</a:t>
            </a:r>
          </a:p>
        </p:txBody>
      </p:sp>
      <p:sp>
        <p:nvSpPr>
          <p:cNvPr id="23" name="accent-14">
            <a:extLst>
              <a:ext uri="{FF2B5EF4-FFF2-40B4-BE49-F238E27FC236}">
                <a16:creationId xmlns:a16="http://schemas.microsoft.com/office/drawing/2014/main" id="{73ADD1E4-7780-C7EA-32FB-70BD90367CA9}"/>
              </a:ext>
            </a:extLst>
          </p:cNvPr>
          <p:cNvSpPr>
            <a:spLocks noGrp="1"/>
          </p:cNvSpPr>
          <p:nvPr/>
        </p:nvSpPr>
        <p:spPr>
          <a:xfrm>
            <a:off x="190500" y="361950"/>
            <a:ext cx="57150" cy="552450"/>
          </a:xfrm>
          <a:prstGeom prst="rect">
            <a:avLst/>
          </a:prstGeom>
          <a:solidFill>
            <a:srgbClr val="F04B18"/>
          </a:solidFill>
          <a:ln w="0">
            <a:noFill/>
            <a:prstDash val="soli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17530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uadroTexto 33">
            <a:extLst>
              <a:ext uri="{FF2B5EF4-FFF2-40B4-BE49-F238E27FC236}">
                <a16:creationId xmlns:a16="http://schemas.microsoft.com/office/drawing/2014/main" id="{B8698503-7271-F1EF-2E80-34AAD7A889B2}"/>
              </a:ext>
            </a:extLst>
          </p:cNvPr>
          <p:cNvSpPr txBox="1"/>
          <p:nvPr/>
        </p:nvSpPr>
        <p:spPr>
          <a:xfrm>
            <a:off x="1085918" y="3107135"/>
            <a:ext cx="144923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3200" b="1" dirty="0"/>
              <a:t>Eólica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EB1C6487-B9E4-8427-CDAE-4FD2E9AFF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850" y="90892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7CAE0E41-93CD-CDC1-FC2A-065BF8BC8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067" y="3458788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D1E719AF-DCB6-3D13-B813-47C2BB92C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661" y="1765854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E5930EF6-164C-1B09-6B73-AFF779E69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6255" y="4932468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0547A82-7CF4-3314-A837-4A3C133AC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208" y="1773043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CCD117ED-55FA-4101-4D55-AB600263D5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802" y="3458788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90BD2BC9-B6EA-FE5A-3C56-C0505F4AFC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8020" y="4928873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22C36B1C-2D81-CF93-0CD1-B09FC747E0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368" y="1769449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68F2A06C-9F74-0F13-0066-2E3D6BE5D4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5208" y="90893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B0305311-DE9B-328B-C4E0-C31CF57DA0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9179" y="94486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9D914056-7461-50BE-2F94-76065CD2A8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3793" y="4928874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68EDAF13-78FB-E6E3-0AAF-C0608D228D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6368" y="4932467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96B5B97D-8371-F219-9EEB-26D34AF589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59963" y="3455195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A9101A90-2354-A8D2-B9FD-4843B7C80C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64576" y="3458788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BF70F8D8-EF8A-AA2A-53F1-FDB3853EAC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68170" y="1765855"/>
            <a:ext cx="1840707" cy="1840707"/>
          </a:xfrm>
          <a:prstGeom prst="rect">
            <a:avLst/>
          </a:prstGeom>
          <a:ln>
            <a:noFill/>
          </a:ln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FCC666BA-2732-8169-812D-0D626FFD87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67451" y="90173"/>
            <a:ext cx="1840707" cy="184070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6468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81DE5-4E54-E0DD-0F52-6E50B106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4400" dirty="0"/>
              <a:t>AGENDA</a:t>
            </a:r>
            <a:endParaRPr lang="es-PE" dirty="0"/>
          </a:p>
        </p:txBody>
      </p:sp>
      <p:graphicFrame>
        <p:nvGraphicFramePr>
          <p:cNvPr id="5" name="Marcador de contenido 1">
            <a:extLst>
              <a:ext uri="{FF2B5EF4-FFF2-40B4-BE49-F238E27FC236}">
                <a16:creationId xmlns:a16="http://schemas.microsoft.com/office/drawing/2014/main" id="{AF5B1093-BC2D-B816-B037-1FA1E6CD6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52553"/>
              </p:ext>
            </p:extLst>
          </p:nvPr>
        </p:nvGraphicFramePr>
        <p:xfrm>
          <a:off x="1180226" y="1211028"/>
          <a:ext cx="10117000" cy="484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4847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39342-0AF3-5DD0-69CF-0ACE822C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91554948-F928-A5A3-A06E-0DE2F56C4962}"/>
              </a:ext>
            </a:extLst>
          </p:cNvPr>
          <p:cNvSpPr/>
          <p:nvPr/>
        </p:nvSpPr>
        <p:spPr>
          <a:xfrm>
            <a:off x="9020753" y="3974163"/>
            <a:ext cx="2703159" cy="232909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A986AD9-E621-5D93-90AB-6CAEAC1D1478}"/>
              </a:ext>
            </a:extLst>
          </p:cNvPr>
          <p:cNvSpPr/>
          <p:nvPr/>
        </p:nvSpPr>
        <p:spPr>
          <a:xfrm>
            <a:off x="6211166" y="3974163"/>
            <a:ext cx="2703159" cy="232909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DD34817-7EDD-B356-2BB5-2263A0E688B5}"/>
              </a:ext>
            </a:extLst>
          </p:cNvPr>
          <p:cNvSpPr/>
          <p:nvPr/>
        </p:nvSpPr>
        <p:spPr>
          <a:xfrm>
            <a:off x="3151872" y="3974726"/>
            <a:ext cx="2957118" cy="233955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A74B9EA-76B4-4CC2-ADE5-7E585098BCA0}"/>
              </a:ext>
            </a:extLst>
          </p:cNvPr>
          <p:cNvSpPr/>
          <p:nvPr/>
        </p:nvSpPr>
        <p:spPr>
          <a:xfrm>
            <a:off x="539296" y="3974163"/>
            <a:ext cx="2510400" cy="233955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1458ED8-66D3-7852-CAA0-57307241ABDA}"/>
              </a:ext>
            </a:extLst>
          </p:cNvPr>
          <p:cNvSpPr/>
          <p:nvPr/>
        </p:nvSpPr>
        <p:spPr>
          <a:xfrm>
            <a:off x="7158576" y="1752438"/>
            <a:ext cx="2218982" cy="1812447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7A362EE-F5B1-DD7C-39A1-833A46CCD33D}"/>
              </a:ext>
            </a:extLst>
          </p:cNvPr>
          <p:cNvSpPr/>
          <p:nvPr/>
        </p:nvSpPr>
        <p:spPr>
          <a:xfrm>
            <a:off x="678492" y="2466936"/>
            <a:ext cx="6277747" cy="1292992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D95D1A-DEE8-F771-EE94-26E33A64DEA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6" progId="TCLayout.ActiveDocument.1">
                  <p:embed/>
                </p:oleObj>
              </mc:Choice>
              <mc:Fallback>
                <p:oleObj name="Diapositiva de think-cell" r:id="rId3" imgW="395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95D1A-DEE8-F771-EE94-26E33A64DE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7027F94-E5CF-5784-B0FE-753B20096CB4}"/>
              </a:ext>
            </a:extLst>
          </p:cNvPr>
          <p:cNvSpPr/>
          <p:nvPr/>
        </p:nvSpPr>
        <p:spPr>
          <a:xfrm>
            <a:off x="678492" y="1134221"/>
            <a:ext cx="6277747" cy="1161567"/>
          </a:xfrm>
          <a:prstGeom prst="round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888D4A-71A8-DAB2-0E99-CA900D312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90" y="310815"/>
            <a:ext cx="5825714" cy="424732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s-419" sz="2400" b="1" dirty="0">
                <a:solidFill>
                  <a:schemeClr val="accent1"/>
                </a:solidFill>
                <a:ea typeface="+mn-ea"/>
                <a:cs typeface="+mn-cs"/>
              </a:rPr>
              <a:t>Gestión de Contratistas</a:t>
            </a:r>
            <a:endParaRPr lang="es-ES" sz="2400" b="1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D580F37-386D-4F33-CABA-47A779B94300}"/>
              </a:ext>
            </a:extLst>
          </p:cNvPr>
          <p:cNvSpPr txBox="1">
            <a:spLocks/>
          </p:cNvSpPr>
          <p:nvPr/>
        </p:nvSpPr>
        <p:spPr>
          <a:xfrm>
            <a:off x="315516" y="711631"/>
            <a:ext cx="5944992" cy="3139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Lucida Grande"/>
              <a:buNone/>
              <a:tabLst>
                <a:tab pos="1057275" algn="l"/>
              </a:tabLst>
              <a:defRPr i="0"/>
            </a:lvl2pPr>
            <a:lvl3pPr marL="539750" marR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-"/>
              <a:tabLst>
                <a:tab pos="1057275" algn="l"/>
              </a:tabLst>
            </a:lvl3pPr>
            <a:lvl4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>
                <a:tab pos="1057275" algn="l"/>
              </a:tabLst>
            </a:lvl4pPr>
            <a:lvl5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algn="l"/>
            <a:r>
              <a:rPr lang="es-ES" sz="16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Alcance del Área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783621-E4FF-6CD2-05B4-EDF306E661D5}"/>
              </a:ext>
            </a:extLst>
          </p:cNvPr>
          <p:cNvSpPr txBox="1"/>
          <p:nvPr/>
        </p:nvSpPr>
        <p:spPr>
          <a:xfrm>
            <a:off x="727477" y="1475964"/>
            <a:ext cx="6088119" cy="720789"/>
          </a:xfrm>
          <a:prstGeom prst="rect">
            <a:avLst/>
          </a:prstGeom>
          <a:noFill/>
        </p:spPr>
        <p:txBody>
          <a:bodyPr wrap="square" lIns="55449" tIns="27725" rIns="55449" bIns="27725" anchor="t">
            <a:spAutoFit/>
          </a:bodyPr>
          <a:lstStyle/>
          <a:p>
            <a:pPr algn="ctr" defTabSz="914358">
              <a:lnSpc>
                <a:spcPct val="90000"/>
              </a:lnSpc>
              <a:spcBef>
                <a:spcPct val="0"/>
              </a:spcBef>
            </a:pP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Planificar y controlar el proceso de fiscalización laboral realizada a las empresas contratistas y subcontratistas que brindan servicios a Orygen</a:t>
            </a:r>
            <a:endParaRPr lang="es-ES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D29EF18-C17E-DDC6-4B24-3CA3C7D842F9}"/>
              </a:ext>
            </a:extLst>
          </p:cNvPr>
          <p:cNvSpPr txBox="1"/>
          <p:nvPr/>
        </p:nvSpPr>
        <p:spPr>
          <a:xfrm>
            <a:off x="3288012" y="1086103"/>
            <a:ext cx="1399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Misión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6C6816-081C-E327-E0A1-E35B517D0705}"/>
              </a:ext>
            </a:extLst>
          </p:cNvPr>
          <p:cNvSpPr txBox="1"/>
          <p:nvPr/>
        </p:nvSpPr>
        <p:spPr>
          <a:xfrm>
            <a:off x="3251930" y="2451142"/>
            <a:ext cx="1475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Finalidad</a:t>
            </a:r>
            <a:r>
              <a:rPr lang="es-ES" sz="1400" b="1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E30C547-7271-14A0-8333-F9C005395040}"/>
              </a:ext>
            </a:extLst>
          </p:cNvPr>
          <p:cNvSpPr txBox="1"/>
          <p:nvPr/>
        </p:nvSpPr>
        <p:spPr>
          <a:xfrm>
            <a:off x="785399" y="2817118"/>
            <a:ext cx="617084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8">
              <a:lnSpc>
                <a:spcPct val="90000"/>
              </a:lnSpc>
              <a:spcBef>
                <a:spcPct val="0"/>
              </a:spcBef>
            </a:pPr>
            <a:r>
              <a:rPr lang="es-ES" sz="1600" dirty="0">
                <a:latin typeface="Arial" panose="020B0604020202020204" pitchFamily="34" charset="0"/>
              </a:rPr>
              <a:t>Mitigar riesgos, contingencias o sanciones administrativas que involucren a Orygen </a:t>
            </a:r>
            <a:r>
              <a:rPr lang="es-ES" sz="1600" u="sng" dirty="0">
                <a:latin typeface="Arial" panose="020B0604020202020204" pitchFamily="34" charset="0"/>
              </a:rPr>
              <a:t>como Responsable Solidario</a:t>
            </a:r>
            <a:r>
              <a:rPr lang="es-ES" sz="1600" dirty="0">
                <a:latin typeface="Arial" panose="020B0604020202020204" pitchFamily="34" charset="0"/>
              </a:rPr>
              <a:t> en los procesos de demanda </a:t>
            </a:r>
            <a:r>
              <a:rPr lang="es-AR" sz="1600" dirty="0">
                <a:latin typeface="Arial" panose="020B0604020202020204" pitchFamily="34" charset="0"/>
              </a:rPr>
              <a:t>por parte de los trabajadores de las contratistas y subcontratistas </a:t>
            </a:r>
            <a:endParaRPr lang="es-ES" sz="1600" dirty="0">
              <a:latin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9E0786A-8BD4-47E9-32C7-994101798A40}"/>
              </a:ext>
            </a:extLst>
          </p:cNvPr>
          <p:cNvSpPr txBox="1"/>
          <p:nvPr/>
        </p:nvSpPr>
        <p:spPr>
          <a:xfrm>
            <a:off x="1076820" y="4061899"/>
            <a:ext cx="1275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Procesos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8CDE90-9305-8627-3DD1-63B0E2B09CB5}"/>
              </a:ext>
            </a:extLst>
          </p:cNvPr>
          <p:cNvSpPr txBox="1"/>
          <p:nvPr/>
        </p:nvSpPr>
        <p:spPr>
          <a:xfrm>
            <a:off x="659850" y="4415574"/>
            <a:ext cx="2329513" cy="1219387"/>
          </a:xfrm>
          <a:prstGeom prst="rect">
            <a:avLst/>
          </a:prstGeom>
          <a:noFill/>
        </p:spPr>
        <p:txBody>
          <a:bodyPr wrap="square" lIns="55449" tIns="27725" rIns="55449" bIns="27725" anchor="t">
            <a:spAutoFit/>
          </a:bodyPr>
          <a:lstStyle>
            <a:defPPr>
              <a:defRPr lang="en-US"/>
            </a:defPPr>
            <a:lvl1pPr marL="207935" indent="-207935" defTabSz="914358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indent="0" algn="just">
              <a:buNone/>
            </a:pPr>
            <a:endParaRPr lang="es-ES" dirty="0"/>
          </a:p>
          <a:p>
            <a:pPr>
              <a:buFont typeface="Wingdings" panose="05000000000000000000" pitchFamily="2" charset="2"/>
              <a:buChar char="q"/>
            </a:pPr>
            <a:r>
              <a:rPr lang="es-PE" altLang="es-PE" b="0" dirty="0">
                <a:solidFill>
                  <a:schemeClr val="tx1"/>
                </a:solidFill>
                <a:latin typeface="Arial" panose="020B0604020202020204" pitchFamily="34" charset="0"/>
              </a:rPr>
              <a:t>Gestión de Autorización de ingresos </a:t>
            </a:r>
          </a:p>
          <a:p>
            <a:pPr marL="0" indent="0">
              <a:buNone/>
            </a:pPr>
            <a:endParaRPr lang="es-PE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s-PE" b="0" dirty="0">
                <a:solidFill>
                  <a:schemeClr val="tx1"/>
                </a:solidFill>
                <a:latin typeface="Arial" panose="020B0604020202020204" pitchFamily="34" charset="0"/>
              </a:rPr>
              <a:t>Gestión de Cumplimiento de obligaciones laborales</a:t>
            </a:r>
            <a:endParaRPr lang="es-ES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A24743-EF1F-193D-B217-3C805483EF46}"/>
              </a:ext>
            </a:extLst>
          </p:cNvPr>
          <p:cNvSpPr txBox="1"/>
          <p:nvPr/>
        </p:nvSpPr>
        <p:spPr>
          <a:xfrm>
            <a:off x="7606622" y="1714382"/>
            <a:ext cx="1275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Objetivo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2ADE06E-34D3-B069-E0EB-266651CD9A36}"/>
              </a:ext>
            </a:extLst>
          </p:cNvPr>
          <p:cNvSpPr txBox="1"/>
          <p:nvPr/>
        </p:nvSpPr>
        <p:spPr>
          <a:xfrm>
            <a:off x="7158576" y="2906826"/>
            <a:ext cx="2218982" cy="499190"/>
          </a:xfrm>
          <a:prstGeom prst="rect">
            <a:avLst/>
          </a:prstGeom>
          <a:noFill/>
        </p:spPr>
        <p:txBody>
          <a:bodyPr wrap="square" lIns="55449" tIns="27725" rIns="55449" bIns="27725" anchor="t">
            <a:spAutoFit/>
          </a:bodyPr>
          <a:lstStyle>
            <a:defPPr>
              <a:defRPr lang="en-US"/>
            </a:defPPr>
            <a:lvl1pPr marL="207935" indent="-207935" defTabSz="914358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indent="0" algn="ctr">
              <a:buNone/>
            </a:pPr>
            <a:r>
              <a:rPr lang="es-PE" altLang="es-PE" sz="1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</a:rPr>
              <a:t>Contingencias Laborales/Tributarias</a:t>
            </a:r>
            <a:endParaRPr lang="es-ES" sz="16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C695F3E-D41A-C315-5A9D-A43249E69742}"/>
              </a:ext>
            </a:extLst>
          </p:cNvPr>
          <p:cNvSpPr txBox="1"/>
          <p:nvPr/>
        </p:nvSpPr>
        <p:spPr>
          <a:xfrm>
            <a:off x="3095791" y="4040687"/>
            <a:ext cx="300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Documentos de Gobernanza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811D9E9-6A0A-E46B-4E48-65AECBA4E2DE}"/>
              </a:ext>
            </a:extLst>
          </p:cNvPr>
          <p:cNvSpPr txBox="1"/>
          <p:nvPr/>
        </p:nvSpPr>
        <p:spPr>
          <a:xfrm>
            <a:off x="6148859" y="4061899"/>
            <a:ext cx="2698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Matrices</a:t>
            </a:r>
            <a:r>
              <a:rPr lang="es-ES" b="1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2A2E2D7-A7E4-770E-3F73-834E38FEC29D}"/>
              </a:ext>
            </a:extLst>
          </p:cNvPr>
          <p:cNvSpPr txBox="1"/>
          <p:nvPr/>
        </p:nvSpPr>
        <p:spPr>
          <a:xfrm>
            <a:off x="3261337" y="4326004"/>
            <a:ext cx="2703159" cy="1801085"/>
          </a:xfrm>
          <a:prstGeom prst="rect">
            <a:avLst/>
          </a:prstGeom>
          <a:noFill/>
        </p:spPr>
        <p:txBody>
          <a:bodyPr wrap="square" lIns="55449" tIns="27725" rIns="55449" bIns="27725" anchor="t">
            <a:spAutoFit/>
          </a:bodyPr>
          <a:lstStyle>
            <a:defPPr>
              <a:defRPr lang="en-US"/>
            </a:defPPr>
            <a:lvl1pPr marL="207935" indent="-207935" defTabSz="914358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indent="0" algn="just">
              <a:buNone/>
            </a:pPr>
            <a:endParaRPr lang="es-ES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PO 28 Gestión de Control de Contratistas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Gestión de Autorizaciones de Ingreso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Revisión de Documentos Laborales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Auditorias Laborales e Inspecciones de Campo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144E047-AC34-0B81-3DA0-55F5E6E44265}"/>
              </a:ext>
            </a:extLst>
          </p:cNvPr>
          <p:cNvSpPr txBox="1"/>
          <p:nvPr/>
        </p:nvSpPr>
        <p:spPr>
          <a:xfrm>
            <a:off x="6275008" y="4326004"/>
            <a:ext cx="2559686" cy="1607185"/>
          </a:xfrm>
          <a:prstGeom prst="rect">
            <a:avLst/>
          </a:prstGeom>
          <a:noFill/>
        </p:spPr>
        <p:txBody>
          <a:bodyPr wrap="square" lIns="55449" tIns="27725" rIns="55449" bIns="27725" anchor="t">
            <a:spAutoFit/>
          </a:bodyPr>
          <a:lstStyle>
            <a:defPPr>
              <a:defRPr lang="en-US"/>
            </a:defPPr>
            <a:lvl1pPr marL="207935" indent="-207935" defTabSz="914358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indent="0" algn="just">
              <a:buNone/>
            </a:pPr>
            <a:endParaRPr lang="es-ES" dirty="0"/>
          </a:p>
          <a:p>
            <a:pPr>
              <a:buFont typeface="Wingdings" panose="05000000000000000000" pitchFamily="2" charset="2"/>
              <a:buChar char="q"/>
            </a:pP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Matriz de Requisitos de Acreditación Jurídico – Laboral/Personas/Vehículos/Maquinarias</a:t>
            </a:r>
          </a:p>
          <a:p>
            <a:pPr marL="0" indent="0">
              <a:buNone/>
            </a:pPr>
            <a:endParaRPr lang="es-ES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Relación de Documentos de Cumplimiento Laboral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2ABD8B8-76AA-8833-36F4-8FC60EFB4685}"/>
              </a:ext>
            </a:extLst>
          </p:cNvPr>
          <p:cNvSpPr txBox="1"/>
          <p:nvPr/>
        </p:nvSpPr>
        <p:spPr>
          <a:xfrm>
            <a:off x="9292728" y="4045256"/>
            <a:ext cx="2090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Soporte/Plataforma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D1EFB94-67FC-64AA-6F2E-0A0D1406F380}"/>
              </a:ext>
            </a:extLst>
          </p:cNvPr>
          <p:cNvSpPr txBox="1"/>
          <p:nvPr/>
        </p:nvSpPr>
        <p:spPr>
          <a:xfrm>
            <a:off x="9183232" y="4324823"/>
            <a:ext cx="2703159" cy="1413286"/>
          </a:xfrm>
          <a:prstGeom prst="rect">
            <a:avLst/>
          </a:prstGeom>
          <a:noFill/>
        </p:spPr>
        <p:txBody>
          <a:bodyPr wrap="square" lIns="55449" tIns="27725" rIns="55449" bIns="27725" anchor="t">
            <a:spAutoFit/>
          </a:bodyPr>
          <a:lstStyle>
            <a:defPPr>
              <a:defRPr lang="en-US"/>
            </a:defPPr>
            <a:lvl1pPr marL="207935" indent="-207935" defTabSz="914358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indent="0" algn="just">
              <a:buNone/>
            </a:pPr>
            <a:endParaRPr lang="es-ES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Contratista </a:t>
            </a:r>
            <a:r>
              <a:rPr lang="es-ES" b="0" dirty="0" err="1">
                <a:solidFill>
                  <a:schemeClr val="tx1"/>
                </a:solidFill>
                <a:latin typeface="Arial" panose="020B0604020202020204" pitchFamily="34" charset="0"/>
              </a:rPr>
              <a:t>Externalia</a:t>
            </a: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 – Soporte de Revisión, Validación y Control </a:t>
            </a:r>
          </a:p>
          <a:p>
            <a:pPr marL="0" lvl="0" indent="0">
              <a:buNone/>
            </a:pPr>
            <a:endParaRPr lang="es-ES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s-ES" b="0" dirty="0">
                <a:solidFill>
                  <a:schemeClr val="tx1"/>
                </a:solidFill>
                <a:latin typeface="Arial" panose="020B0604020202020204" pitchFamily="34" charset="0"/>
              </a:rPr>
              <a:t>Contratista Infocontrol – Plataforma de Gestión  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1CDB6685-0A0B-3823-CA69-67CB9A58A854}"/>
              </a:ext>
            </a:extLst>
          </p:cNvPr>
          <p:cNvSpPr/>
          <p:nvPr/>
        </p:nvSpPr>
        <p:spPr>
          <a:xfrm>
            <a:off x="539295" y="6411911"/>
            <a:ext cx="11184617" cy="368323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5994752-31AB-BD2E-C9CE-CFAC844F5689}"/>
              </a:ext>
            </a:extLst>
          </p:cNvPr>
          <p:cNvSpPr txBox="1"/>
          <p:nvPr/>
        </p:nvSpPr>
        <p:spPr>
          <a:xfrm>
            <a:off x="762980" y="6306054"/>
            <a:ext cx="10897810" cy="443790"/>
          </a:xfrm>
          <a:prstGeom prst="rect">
            <a:avLst/>
          </a:prstGeom>
          <a:noFill/>
        </p:spPr>
        <p:txBody>
          <a:bodyPr wrap="square" lIns="55449" tIns="27725" rIns="55449" bIns="27725" anchor="t">
            <a:spAutoFit/>
          </a:bodyPr>
          <a:lstStyle>
            <a:defPPr>
              <a:defRPr lang="en-US"/>
            </a:defPPr>
            <a:lvl1pPr marL="207935" indent="-207935" defTabSz="914358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PE" b="0" dirty="0">
                <a:solidFill>
                  <a:schemeClr val="tx1"/>
                </a:solidFill>
                <a:latin typeface="Arial" panose="020B0604020202020204" pitchFamily="34" charset="0"/>
              </a:rPr>
              <a:t>LEY DE LEGISLACION LABORAL – LEY DE TERCERIZACIÓN – LEY DE INTERMEDIACION LABORAL – LEY DE MIGRACIONES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74D51406-98D8-6A17-B420-9219F96AD24E}"/>
              </a:ext>
            </a:extLst>
          </p:cNvPr>
          <p:cNvSpPr/>
          <p:nvPr/>
        </p:nvSpPr>
        <p:spPr>
          <a:xfrm>
            <a:off x="9516774" y="1860795"/>
            <a:ext cx="2144016" cy="458619"/>
          </a:xfrm>
          <a:prstGeom prst="roundRect">
            <a:avLst/>
          </a:prstGeom>
          <a:solidFill>
            <a:srgbClr val="F336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5" tIns="35998" rIns="71995" bIns="35998"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Vanessa Carmona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B23A7BD4-0AD4-AFC7-98F7-47B09FC1E7DF}"/>
              </a:ext>
            </a:extLst>
          </p:cNvPr>
          <p:cNvSpPr/>
          <p:nvPr/>
        </p:nvSpPr>
        <p:spPr>
          <a:xfrm>
            <a:off x="9516774" y="2390629"/>
            <a:ext cx="2144016" cy="458619"/>
          </a:xfrm>
          <a:prstGeom prst="roundRect">
            <a:avLst/>
          </a:prstGeom>
          <a:solidFill>
            <a:schemeClr val="accent6">
              <a:lumMod val="65000"/>
              <a:lumOff val="3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5" tIns="35998" rIns="71995" bIns="35998" rtlCol="0" anchor="ctr"/>
          <a:lstStyle/>
          <a:p>
            <a:pPr algn="ctr"/>
            <a:r>
              <a:rPr lang="es-ES" sz="1600" b="1" dirty="0">
                <a:solidFill>
                  <a:schemeClr val="bg1"/>
                </a:solidFill>
              </a:rPr>
              <a:t>Contratista </a:t>
            </a:r>
            <a:r>
              <a:rPr lang="es-ES" sz="1600" b="1" dirty="0" err="1">
                <a:solidFill>
                  <a:schemeClr val="bg1"/>
                </a:solidFill>
              </a:rPr>
              <a:t>Externalia</a:t>
            </a:r>
            <a:endParaRPr lang="es-ES" sz="1600" b="1" dirty="0">
              <a:solidFill>
                <a:schemeClr val="bg1"/>
              </a:solidFill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DFDC1E0-F0A2-9B45-C010-60E84897D2BF}"/>
              </a:ext>
            </a:extLst>
          </p:cNvPr>
          <p:cNvSpPr/>
          <p:nvPr/>
        </p:nvSpPr>
        <p:spPr>
          <a:xfrm>
            <a:off x="9516774" y="2957906"/>
            <a:ext cx="2144016" cy="458619"/>
          </a:xfrm>
          <a:prstGeom prst="roundRect">
            <a:avLst/>
          </a:prstGeom>
          <a:solidFill>
            <a:schemeClr val="accent6">
              <a:lumMod val="65000"/>
              <a:lumOff val="3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5" tIns="35998" rIns="71995" bIns="35998" rtlCol="0" anchor="ctr"/>
          <a:lstStyle/>
          <a:p>
            <a:pPr algn="ctr"/>
            <a:r>
              <a:rPr lang="es-ES" sz="1600" b="1" dirty="0">
                <a:solidFill>
                  <a:schemeClr val="bg1"/>
                </a:solidFill>
              </a:rPr>
              <a:t>Contratista Infocontrol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7A4BFCFE-37E5-6DC3-CEF3-E5352295D37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41484" y="1014135"/>
            <a:ext cx="774128" cy="77412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ABDF1969-1F24-0552-09A5-2C207141CEB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66413" y="1047759"/>
            <a:ext cx="780689" cy="77288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F4658265-9750-EB1C-D63E-20CAB2F028E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77408" y="1036051"/>
            <a:ext cx="775440" cy="77288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826A5454-C26C-23C8-C35F-2A779262456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48705" y="1038519"/>
            <a:ext cx="780689" cy="778112"/>
          </a:xfrm>
          <a:prstGeom prst="rect">
            <a:avLst/>
          </a:prstGeom>
        </p:spPr>
      </p:pic>
      <p:pic>
        <p:nvPicPr>
          <p:cNvPr id="36" name="Gráfico 35" descr="Edificio contorno">
            <a:extLst>
              <a:ext uri="{FF2B5EF4-FFF2-40B4-BE49-F238E27FC236}">
                <a16:creationId xmlns:a16="http://schemas.microsoft.com/office/drawing/2014/main" id="{79920BFA-FED2-6AC3-963E-35EFEC552B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53427" y="1129282"/>
            <a:ext cx="699948" cy="553738"/>
          </a:xfrm>
          <a:prstGeom prst="rect">
            <a:avLst/>
          </a:prstGeom>
        </p:spPr>
      </p:pic>
      <p:pic>
        <p:nvPicPr>
          <p:cNvPr id="44" name="Imagen 43" descr="Forma, Icono&#10;&#10;El contenido generado por IA puede ser incorrecto.">
            <a:extLst>
              <a:ext uri="{FF2B5EF4-FFF2-40B4-BE49-F238E27FC236}">
                <a16:creationId xmlns:a16="http://schemas.microsoft.com/office/drawing/2014/main" id="{5E3D2EA5-41B8-95C1-2606-AD87988B0AF9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8394878" y="2134458"/>
            <a:ext cx="879633" cy="709548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85CDA8FE-4FD8-EF0C-533E-C8868CF84FAB}"/>
              </a:ext>
            </a:extLst>
          </p:cNvPr>
          <p:cNvSpPr txBox="1"/>
          <p:nvPr/>
        </p:nvSpPr>
        <p:spPr>
          <a:xfrm>
            <a:off x="7457582" y="2264669"/>
            <a:ext cx="774128" cy="554590"/>
          </a:xfrm>
          <a:prstGeom prst="rect">
            <a:avLst/>
          </a:prstGeom>
          <a:noFill/>
        </p:spPr>
        <p:txBody>
          <a:bodyPr wrap="square" lIns="55449" tIns="27725" rIns="55449" bIns="27725" anchor="t">
            <a:spAutoFit/>
          </a:bodyPr>
          <a:lstStyle>
            <a:defPPr>
              <a:defRPr lang="en-US"/>
            </a:defPPr>
            <a:lvl1pPr marL="207935" indent="-207935" defTabSz="914358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indent="0" algn="ctr">
              <a:buNone/>
            </a:pPr>
            <a:r>
              <a:rPr lang="es-PE" altLang="es-PE" sz="3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</a:rPr>
              <a:t>0</a:t>
            </a:r>
            <a:endParaRPr lang="es-ES" sz="36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086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996C2-9A67-3A32-2493-2C7B177C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F5E460B-5CCC-C8B4-7E96-864C19C17B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6" progId="TCLayout.ActiveDocument.1">
                  <p:embed/>
                </p:oleObj>
              </mc:Choice>
              <mc:Fallback>
                <p:oleObj name="Diapositiva de think-cell" r:id="rId3" imgW="395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5E460B-5CCC-C8B4-7E96-864C19C17B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31B6564-EA38-4B2F-BCB5-55B05A75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86" y="358795"/>
            <a:ext cx="5825714" cy="424732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s-419" sz="2400" b="1" dirty="0">
                <a:solidFill>
                  <a:schemeClr val="accent1"/>
                </a:solidFill>
                <a:ea typeface="+mn-ea"/>
                <a:cs typeface="+mn-cs"/>
              </a:rPr>
              <a:t>Gestión de Contratistas</a:t>
            </a:r>
            <a:endParaRPr lang="es-ES" sz="2400" b="1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13E19B5-64A0-73A0-8612-C57E92B4C2A4}"/>
              </a:ext>
            </a:extLst>
          </p:cNvPr>
          <p:cNvSpPr txBox="1">
            <a:spLocks/>
          </p:cNvSpPr>
          <p:nvPr/>
        </p:nvSpPr>
        <p:spPr>
          <a:xfrm>
            <a:off x="267343" y="1038971"/>
            <a:ext cx="5944992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Lucida Grande"/>
              <a:buNone/>
              <a:tabLst>
                <a:tab pos="1057275" algn="l"/>
              </a:tabLst>
              <a:defRPr i="0"/>
            </a:lvl2pPr>
            <a:lvl3pPr marL="539750" marR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-"/>
              <a:tabLst>
                <a:tab pos="1057275" algn="l"/>
              </a:tabLst>
            </a:lvl3pPr>
            <a:lvl4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>
                <a:tab pos="1057275" algn="l"/>
              </a:tabLst>
            </a:lvl4pPr>
            <a:lvl5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Proceso de Acreditación 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A403311B-FF27-7912-F530-102D0B2ED746}"/>
              </a:ext>
            </a:extLst>
          </p:cNvPr>
          <p:cNvGraphicFramePr/>
          <p:nvPr/>
        </p:nvGraphicFramePr>
        <p:xfrm>
          <a:off x="589280" y="1464610"/>
          <a:ext cx="10138926" cy="1678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5A16613A-0252-7417-0173-CEBF1383F2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6199892"/>
              </p:ext>
            </p:extLst>
          </p:nvPr>
        </p:nvGraphicFramePr>
        <p:xfrm>
          <a:off x="589280" y="3729510"/>
          <a:ext cx="10138926" cy="2548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8C46A7EC-BDBB-126B-7606-4967F20E7DA7}"/>
              </a:ext>
            </a:extLst>
          </p:cNvPr>
          <p:cNvSpPr txBox="1">
            <a:spLocks/>
          </p:cNvSpPr>
          <p:nvPr/>
        </p:nvSpPr>
        <p:spPr>
          <a:xfrm>
            <a:off x="267343" y="3701810"/>
            <a:ext cx="5944992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Lucida Grande"/>
              <a:buNone/>
              <a:tabLst>
                <a:tab pos="1057275" algn="l"/>
              </a:tabLst>
              <a:defRPr i="0"/>
            </a:lvl2pPr>
            <a:lvl3pPr marL="539750" marR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-"/>
              <a:tabLst>
                <a:tab pos="1057275" algn="l"/>
              </a:tabLst>
            </a:lvl3pPr>
            <a:lvl4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>
                <a:tab pos="1057275" algn="l"/>
              </a:tabLst>
            </a:lvl4pPr>
            <a:lvl5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algn="l"/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Proceso de Cumplimiento Laboral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3528BA-7D8F-B4D3-C7F1-FCA9F9C8E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206" y="1614031"/>
            <a:ext cx="1163602" cy="137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n relacionada">
            <a:extLst>
              <a:ext uri="{FF2B5EF4-FFF2-40B4-BE49-F238E27FC236}">
                <a16:creationId xmlns:a16="http://schemas.microsoft.com/office/drawing/2014/main" id="{E7E2C222-35DD-84DC-B7C4-13BE75DEE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email"/>
          <a:srcRect/>
          <a:stretch/>
        </p:blipFill>
        <p:spPr bwMode="auto">
          <a:xfrm>
            <a:off x="10984078" y="4153916"/>
            <a:ext cx="616539" cy="619248"/>
          </a:xfrm>
          <a:prstGeom prst="ellipse">
            <a:avLst/>
          </a:prstGeom>
          <a:noFill/>
        </p:spPr>
      </p:pic>
      <p:pic>
        <p:nvPicPr>
          <p:cNvPr id="28" name="Picture 2" descr="Imagen relacionada">
            <a:extLst>
              <a:ext uri="{FF2B5EF4-FFF2-40B4-BE49-F238E27FC236}">
                <a16:creationId xmlns:a16="http://schemas.microsoft.com/office/drawing/2014/main" id="{D36DA838-0588-100C-FC99-90030F12BD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email"/>
          <a:srcRect/>
          <a:stretch/>
        </p:blipFill>
        <p:spPr bwMode="auto">
          <a:xfrm>
            <a:off x="10986181" y="5243969"/>
            <a:ext cx="614436" cy="617136"/>
          </a:xfrm>
          <a:prstGeom prst="ellipse">
            <a:avLst/>
          </a:prstGeom>
          <a:noFill/>
        </p:spPr>
      </p:pic>
      <p:pic>
        <p:nvPicPr>
          <p:cNvPr id="29" name="Imagen 138">
            <a:extLst>
              <a:ext uri="{FF2B5EF4-FFF2-40B4-BE49-F238E27FC236}">
                <a16:creationId xmlns:a16="http://schemas.microsoft.com/office/drawing/2014/main" id="{55EF2504-A3D7-559E-01BF-FB16A4DE0F6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1450" y="4778302"/>
            <a:ext cx="529167" cy="465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5137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308C94F-7760-60F3-5D3A-787A5898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674" y="680675"/>
            <a:ext cx="5825714" cy="424732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s-419" sz="2400" b="1" dirty="0">
                <a:solidFill>
                  <a:schemeClr val="accent1"/>
                </a:solidFill>
                <a:ea typeface="+mn-ea"/>
                <a:cs typeface="+mn-cs"/>
              </a:rPr>
              <a:t>Gestión de Contratistas</a:t>
            </a:r>
            <a:endParaRPr lang="es-ES" sz="2400" b="1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A884962-B57B-D6FD-3300-DEF7AB7BB2D0}"/>
              </a:ext>
            </a:extLst>
          </p:cNvPr>
          <p:cNvSpPr txBox="1">
            <a:spLocks/>
          </p:cNvSpPr>
          <p:nvPr/>
        </p:nvSpPr>
        <p:spPr>
          <a:xfrm>
            <a:off x="842674" y="1228517"/>
            <a:ext cx="883980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Lucida Grande"/>
              <a:buNone/>
              <a:tabLst>
                <a:tab pos="1057275" algn="l"/>
              </a:tabLst>
              <a:defRPr i="0"/>
            </a:lvl2pPr>
            <a:lvl3pPr marL="539750" marR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-"/>
              <a:tabLst>
                <a:tab pos="1057275" algn="l"/>
              </a:tabLst>
            </a:lvl3pPr>
            <a:lvl4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>
                <a:tab pos="1057275" algn="l"/>
              </a:tabLst>
            </a:lvl4pPr>
            <a:lvl5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marL="205740" lvl="1" eaLnBrk="1" fontAlgn="auto" hangingPunct="1"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tabLst>
                <a:tab pos="792956" algn="l"/>
              </a:tabLst>
              <a:defRPr/>
            </a:pPr>
            <a:r>
              <a:rPr lang="es-P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I. Gestión de Autorización de Ingresos (Acreditación) - Ver Anexo : A1.P.S&amp;S.PE.002</a:t>
            </a:r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9D2B471D-FAD1-871B-B9FF-8CCD98023F97}"/>
              </a:ext>
            </a:extLst>
          </p:cNvPr>
          <p:cNvGrpSpPr/>
          <p:nvPr/>
        </p:nvGrpSpPr>
        <p:grpSpPr>
          <a:xfrm>
            <a:off x="1051258" y="1608092"/>
            <a:ext cx="4548929" cy="2608309"/>
            <a:chOff x="334921" y="-47769"/>
            <a:chExt cx="4688901" cy="1237271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4F59B5C7-722E-4BE5-8ED7-E780AECE1D84}"/>
                </a:ext>
              </a:extLst>
            </p:cNvPr>
            <p:cNvSpPr/>
            <p:nvPr/>
          </p:nvSpPr>
          <p:spPr>
            <a:xfrm>
              <a:off x="334921" y="72006"/>
              <a:ext cx="4688901" cy="101446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2" name="Rectángulo: esquinas redondeadas 4">
              <a:extLst>
                <a:ext uri="{FF2B5EF4-FFF2-40B4-BE49-F238E27FC236}">
                  <a16:creationId xmlns:a16="http://schemas.microsoft.com/office/drawing/2014/main" id="{D3BF45B3-4DCE-47DF-E0AA-9278D836FE0B}"/>
                </a:ext>
              </a:extLst>
            </p:cNvPr>
            <p:cNvSpPr txBox="1"/>
            <p:nvPr/>
          </p:nvSpPr>
          <p:spPr>
            <a:xfrm>
              <a:off x="430743" y="-47769"/>
              <a:ext cx="4589857" cy="12372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403" tIns="0" rIns="177403" bIns="0" numCol="1" spcCol="1270" anchor="ctr" anchorCtr="0">
              <a:noAutofit/>
            </a:bodyPr>
            <a:lstStyle/>
            <a:p>
              <a:pPr marL="0" lvl="0" indent="0" algn="just" defTabSz="466725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PE" sz="16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Las EECC deben registrar a sus trabajadores en la plataforma Infocontrol y adjuntar los requisitos (documentos) laborales y de HSEQ al 100% para solicitar la autorización de ingreso de sus trabajadores (utilizar el formato único).</a:t>
              </a:r>
            </a:p>
            <a:p>
              <a:pPr marL="0" lvl="0" indent="0" algn="l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ES" sz="500" kern="1200" dirty="0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C82864C-DEDE-7A30-B084-F53A10789B0D}"/>
              </a:ext>
            </a:extLst>
          </p:cNvPr>
          <p:cNvGrpSpPr/>
          <p:nvPr/>
        </p:nvGrpSpPr>
        <p:grpSpPr>
          <a:xfrm>
            <a:off x="1054382" y="4216400"/>
            <a:ext cx="4542680" cy="2235200"/>
            <a:chOff x="334921" y="1421743"/>
            <a:chExt cx="4688901" cy="882514"/>
          </a:xfrm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4F127E7F-0CF4-F264-8812-884FB3ED7939}"/>
                </a:ext>
              </a:extLst>
            </p:cNvPr>
            <p:cNvSpPr/>
            <p:nvPr/>
          </p:nvSpPr>
          <p:spPr>
            <a:xfrm>
              <a:off x="334921" y="1421743"/>
              <a:ext cx="4688901" cy="88251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5" name="Rectángulo: esquinas redondeadas 4">
              <a:extLst>
                <a:ext uri="{FF2B5EF4-FFF2-40B4-BE49-F238E27FC236}">
                  <a16:creationId xmlns:a16="http://schemas.microsoft.com/office/drawing/2014/main" id="{5A5713A7-3284-227D-4028-9F90EA823F3A}"/>
                </a:ext>
              </a:extLst>
            </p:cNvPr>
            <p:cNvSpPr txBox="1"/>
            <p:nvPr/>
          </p:nvSpPr>
          <p:spPr>
            <a:xfrm>
              <a:off x="378002" y="1464824"/>
              <a:ext cx="4602739" cy="796352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403" tIns="0" rIns="177403" bIns="0" numCol="1" spcCol="1270" anchor="ctr" anchorCtr="0">
              <a:noAutofit/>
            </a:bodyPr>
            <a:lstStyle/>
            <a:p>
              <a:pPr marL="0" lvl="0" indent="0" algn="just" defTabSz="466725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PE" sz="16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Los trabajadores de las EECC y </a:t>
              </a:r>
              <a:r>
                <a:rPr lang="es-PE" sz="1600" kern="12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EESub_CC</a:t>
              </a:r>
              <a:r>
                <a:rPr lang="es-PE" sz="16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 no podrán desplazarse dentro de las instalaciones o zonas de concesión de La Empresa para iniciar la obra o servicio si no cuentan con la autorización de ingreso. Se considera falta grave por parte de la EECC sujeto a sanción.</a:t>
              </a:r>
              <a:endParaRPr lang="es-ES" sz="16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5" name="Imagen 34">
            <a:extLst>
              <a:ext uri="{FF2B5EF4-FFF2-40B4-BE49-F238E27FC236}">
                <a16:creationId xmlns:a16="http://schemas.microsoft.com/office/drawing/2014/main" id="{5D7579E5-0609-DA88-10E8-0F843B0AB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451" y="2509284"/>
            <a:ext cx="6256950" cy="288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77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99D916-519F-8AD7-DB02-C2D601BF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674" y="680675"/>
            <a:ext cx="5825714" cy="424732"/>
          </a:xfr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s-419" sz="2400" b="1" dirty="0">
                <a:solidFill>
                  <a:schemeClr val="accent1"/>
                </a:solidFill>
                <a:ea typeface="+mn-ea"/>
                <a:cs typeface="+mn-cs"/>
              </a:rPr>
              <a:t>Gestión de Contratistas</a:t>
            </a:r>
            <a:endParaRPr lang="es-ES" sz="2400" b="1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896CEF-344D-7ECD-12D8-8C6006A0229D}"/>
              </a:ext>
            </a:extLst>
          </p:cNvPr>
          <p:cNvSpPr txBox="1">
            <a:spLocks/>
          </p:cNvSpPr>
          <p:nvPr/>
        </p:nvSpPr>
        <p:spPr>
          <a:xfrm>
            <a:off x="842674" y="1228517"/>
            <a:ext cx="883980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Lucida Grande"/>
              <a:buNone/>
              <a:tabLst>
                <a:tab pos="1057275" algn="l"/>
              </a:tabLst>
              <a:defRPr i="0"/>
            </a:lvl2pPr>
            <a:lvl3pPr marL="539750" marR="0" indent="-28575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-"/>
              <a:tabLst>
                <a:tab pos="1057275" algn="l"/>
              </a:tabLst>
            </a:lvl3pPr>
            <a:lvl4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>
                <a:tab pos="1057275" algn="l"/>
              </a:tabLst>
            </a:lvl4pPr>
            <a:lvl5pPr marL="541338" indent="-2714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Lucida Grande"/>
              <a:buChar char="-"/>
              <a:tabLst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marL="205740" lvl="1" eaLnBrk="1" fontAlgn="auto" hangingPunct="1"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tabLst>
                <a:tab pos="792956" algn="l"/>
              </a:tabLst>
              <a:defRPr/>
            </a:pPr>
            <a:r>
              <a:rPr lang="es-P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II. Gestión de Cumplimiento de Obligaciones Laborales - Ver Anexo: RG02-P.S&amp;S.PE.003  </a:t>
            </a:r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1CA0B61-4FCF-E56A-3259-145DF084A498}"/>
              </a:ext>
            </a:extLst>
          </p:cNvPr>
          <p:cNvGrpSpPr/>
          <p:nvPr/>
        </p:nvGrpSpPr>
        <p:grpSpPr>
          <a:xfrm>
            <a:off x="1049112" y="2051480"/>
            <a:ext cx="10276656" cy="885600"/>
            <a:chOff x="529821" y="13516"/>
            <a:chExt cx="10276656" cy="885600"/>
          </a:xfrm>
          <a:noFill/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0224FC22-BD72-FF5E-0E59-040632F66956}"/>
                </a:ext>
              </a:extLst>
            </p:cNvPr>
            <p:cNvSpPr/>
            <p:nvPr/>
          </p:nvSpPr>
          <p:spPr>
            <a:xfrm>
              <a:off x="529821" y="13516"/>
              <a:ext cx="10276656" cy="885600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9" name="Rectángulo: esquinas redondeadas 4">
              <a:extLst>
                <a:ext uri="{FF2B5EF4-FFF2-40B4-BE49-F238E27FC236}">
                  <a16:creationId xmlns:a16="http://schemas.microsoft.com/office/drawing/2014/main" id="{508A5986-A715-0B7A-19CB-B6D9A83E20A9}"/>
                </a:ext>
              </a:extLst>
            </p:cNvPr>
            <p:cNvSpPr txBox="1"/>
            <p:nvPr/>
          </p:nvSpPr>
          <p:spPr>
            <a:xfrm>
              <a:off x="573052" y="56747"/>
              <a:ext cx="10190194" cy="79913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2683" tIns="0" rIns="312683" bIns="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PE" sz="14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2.1 Requisitos de Periodicidad mensual y semestral.</a:t>
              </a:r>
            </a:p>
            <a:p>
              <a:pPr marL="0" lvl="0" indent="0" algn="just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PE" sz="9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        Presentación de documentación laboral / tributario en fechas establecidas de acuerdo al calendario de    </a:t>
              </a:r>
            </a:p>
            <a:p>
              <a:pPr marL="0" lvl="0" indent="0" algn="just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PE" sz="9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        cumplimiento laboral.</a:t>
              </a:r>
              <a:endParaRPr lang="es-ES" sz="9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1DA58315-935B-53BB-D5D3-65B085A88998}"/>
              </a:ext>
            </a:extLst>
          </p:cNvPr>
          <p:cNvGrpSpPr/>
          <p:nvPr/>
        </p:nvGrpSpPr>
        <p:grpSpPr>
          <a:xfrm>
            <a:off x="1049112" y="3128440"/>
            <a:ext cx="10276656" cy="885600"/>
            <a:chOff x="590896" y="1414779"/>
            <a:chExt cx="10276656" cy="885600"/>
          </a:xfrm>
          <a:noFill/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A664A5F4-03A1-E4FC-1334-BB0C99B813FE}"/>
                </a:ext>
              </a:extLst>
            </p:cNvPr>
            <p:cNvSpPr/>
            <p:nvPr/>
          </p:nvSpPr>
          <p:spPr>
            <a:xfrm>
              <a:off x="590896" y="1414779"/>
              <a:ext cx="10276656" cy="885600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2" name="Rectángulo: esquinas redondeadas 4">
              <a:extLst>
                <a:ext uri="{FF2B5EF4-FFF2-40B4-BE49-F238E27FC236}">
                  <a16:creationId xmlns:a16="http://schemas.microsoft.com/office/drawing/2014/main" id="{4563222C-2EF2-F76E-A040-EBFECCB38BFD}"/>
                </a:ext>
              </a:extLst>
            </p:cNvPr>
            <p:cNvSpPr txBox="1"/>
            <p:nvPr/>
          </p:nvSpPr>
          <p:spPr>
            <a:xfrm>
              <a:off x="634127" y="1458010"/>
              <a:ext cx="10190194" cy="79913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2683" tIns="0" rIns="312683" bIns="0" numCol="1" spcCol="1270" anchor="ctr" anchorCtr="0">
              <a:noAutofit/>
            </a:bodyPr>
            <a:lstStyle/>
            <a:p>
              <a:pPr marL="0" lvl="0" indent="0" algn="just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PE" sz="14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2.2 Presentación de documentos de cese por termino de relación laboral.</a:t>
              </a:r>
            </a:p>
            <a:p>
              <a:pPr marL="0" lvl="0" indent="0" algn="just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s-PE" sz="9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        Presentación de documentación laboral / tributario según ocurrencia.</a:t>
              </a:r>
              <a:endParaRPr lang="es-ES" sz="9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5515D522-424A-AEC3-4594-F16B9990C39B}"/>
              </a:ext>
            </a:extLst>
          </p:cNvPr>
          <p:cNvGrpSpPr/>
          <p:nvPr/>
        </p:nvGrpSpPr>
        <p:grpSpPr>
          <a:xfrm>
            <a:off x="1049112" y="4214720"/>
            <a:ext cx="10276656" cy="885600"/>
            <a:chOff x="590896" y="2775579"/>
            <a:chExt cx="10276656" cy="885600"/>
          </a:xfrm>
          <a:noFill/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2F9A8972-C6D5-2B41-1660-1876AEC11D82}"/>
                </a:ext>
              </a:extLst>
            </p:cNvPr>
            <p:cNvSpPr/>
            <p:nvPr/>
          </p:nvSpPr>
          <p:spPr>
            <a:xfrm>
              <a:off x="590896" y="2775579"/>
              <a:ext cx="10276656" cy="885600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5" name="Rectángulo: esquinas redondeadas 4">
              <a:extLst>
                <a:ext uri="{FF2B5EF4-FFF2-40B4-BE49-F238E27FC236}">
                  <a16:creationId xmlns:a16="http://schemas.microsoft.com/office/drawing/2014/main" id="{579076E0-3EF4-E7CA-48A4-E99F0B5E3766}"/>
                </a:ext>
              </a:extLst>
            </p:cNvPr>
            <p:cNvSpPr txBox="1"/>
            <p:nvPr/>
          </p:nvSpPr>
          <p:spPr>
            <a:xfrm>
              <a:off x="634127" y="2818810"/>
              <a:ext cx="10190194" cy="79913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2683" tIns="0" rIns="312683" bIns="0" numCol="1" spcCol="1270" anchor="ctr" anchorCtr="0">
              <a:noAutofit/>
            </a:bodyPr>
            <a:lstStyle/>
            <a:p>
              <a:pPr lvl="0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PE" sz="14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2.3 Auditorias Laborales en oficinas administrativas de las EE</a:t>
              </a:r>
              <a:r>
                <a:rPr lang="es-PE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CC.</a:t>
              </a:r>
              <a:endParaRPr lang="es-ES" sz="14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2A055E6-64A3-BA4A-1F08-462EFFE6B4E0}"/>
              </a:ext>
            </a:extLst>
          </p:cNvPr>
          <p:cNvGrpSpPr/>
          <p:nvPr/>
        </p:nvGrpSpPr>
        <p:grpSpPr>
          <a:xfrm>
            <a:off x="1049112" y="5301000"/>
            <a:ext cx="10276656" cy="885600"/>
            <a:chOff x="590896" y="4136380"/>
            <a:chExt cx="10276656" cy="885600"/>
          </a:xfrm>
          <a:noFill/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18AE3B4F-4EAA-0F74-EA0A-CAF5711BE0FF}"/>
                </a:ext>
              </a:extLst>
            </p:cNvPr>
            <p:cNvSpPr/>
            <p:nvPr/>
          </p:nvSpPr>
          <p:spPr>
            <a:xfrm>
              <a:off x="590896" y="4136380"/>
              <a:ext cx="10276656" cy="885600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8" name="Rectángulo: esquinas redondeadas 4">
              <a:extLst>
                <a:ext uri="{FF2B5EF4-FFF2-40B4-BE49-F238E27FC236}">
                  <a16:creationId xmlns:a16="http://schemas.microsoft.com/office/drawing/2014/main" id="{1BB1E13B-2027-82BE-DF1A-0F20F9477D77}"/>
                </a:ext>
              </a:extLst>
            </p:cNvPr>
            <p:cNvSpPr txBox="1"/>
            <p:nvPr/>
          </p:nvSpPr>
          <p:spPr>
            <a:xfrm>
              <a:off x="634127" y="4179611"/>
              <a:ext cx="10190194" cy="79913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2683" tIns="0" rIns="312683" bIns="0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PE" sz="1400" kern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2.4 Inspecciones laborales en campo a los trabajadores de las EECC.</a:t>
              </a:r>
              <a:endParaRPr lang="es-ES" sz="14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4427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Marcador de número de diapositiva 2">
            <a:extLst>
              <a:ext uri="{FF2B5EF4-FFF2-40B4-BE49-F238E27FC236}">
                <a16:creationId xmlns:a16="http://schemas.microsoft.com/office/drawing/2014/main" id="{F6E1214B-9ECD-BE4D-5ACA-E600C77633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905DA9C3-1E24-464C-9137-FC26DF600331}" type="slidenum">
              <a:rPr lang="es-PE" altLang="es-ES" smtClean="0">
                <a:solidFill>
                  <a:srgbClr val="959595"/>
                </a:solidFill>
              </a:rPr>
              <a:pPr>
                <a:defRPr/>
              </a:pPr>
              <a:t>22</a:t>
            </a:fld>
            <a:endParaRPr lang="es-PE" altLang="es-ES">
              <a:solidFill>
                <a:srgbClr val="959595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FC439E0-59B4-A270-74AA-59F01994B746}"/>
              </a:ext>
            </a:extLst>
          </p:cNvPr>
          <p:cNvSpPr txBox="1"/>
          <p:nvPr/>
        </p:nvSpPr>
        <p:spPr>
          <a:xfrm>
            <a:off x="1166285" y="2029038"/>
            <a:ext cx="10045700" cy="3693319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s-PE" sz="21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A1.P.S&amp;S.PE.002 : </a:t>
            </a:r>
            <a:r>
              <a:rPr lang="es-PE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Matriz  de Requisitos para autorizaciones de ingreso (acreditaciones)</a:t>
            </a:r>
            <a:endParaRPr lang="es-PE" sz="2133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>
              <a:defRPr/>
            </a:pPr>
            <a:r>
              <a:rPr lang="es-PE" sz="1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                  </a:t>
            </a:r>
            <a:endParaRPr lang="es-PE" sz="2133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defRPr/>
            </a:pPr>
            <a:endParaRPr lang="es-PE" sz="2667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s-PE" sz="2667" dirty="0">
                <a:solidFill>
                  <a:schemeClr val="accent1">
                    <a:lumMod val="50000"/>
                  </a:schemeClr>
                </a:solidFill>
              </a:rPr>
              <a:t>                         </a:t>
            </a:r>
          </a:p>
          <a:p>
            <a:pPr>
              <a:defRPr/>
            </a:pPr>
            <a:endParaRPr lang="es-PE" sz="2133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defRPr/>
            </a:pPr>
            <a:endParaRPr lang="es-PE" sz="2133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defRPr/>
            </a:pPr>
            <a:r>
              <a:rPr lang="es-PE" sz="21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RG02-P.S&amp;S.PE.003 : </a:t>
            </a:r>
            <a:r>
              <a:rPr lang="es-PE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Relación de documentos de cumplimiento de Obligaciones     </a:t>
            </a:r>
          </a:p>
          <a:p>
            <a:pPr>
              <a:defRPr/>
            </a:pPr>
            <a:r>
              <a:rPr lang="es-PE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                                              laborales/tributarias que deben presentar las EC y ESub_C.</a:t>
            </a:r>
          </a:p>
          <a:p>
            <a:pPr>
              <a:defRPr/>
            </a:pPr>
            <a:endParaRPr lang="es-PE" sz="16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defRPr/>
            </a:pPr>
            <a:r>
              <a:rPr lang="es-PE" sz="2667" dirty="0"/>
              <a:t>                                             </a:t>
            </a:r>
          </a:p>
          <a:p>
            <a:pPr>
              <a:defRPr/>
            </a:pPr>
            <a:endParaRPr lang="es-PE" sz="2667" dirty="0"/>
          </a:p>
        </p:txBody>
      </p:sp>
      <p:graphicFrame>
        <p:nvGraphicFramePr>
          <p:cNvPr id="49159" name="Objeto 4">
            <a:extLst>
              <a:ext uri="{FF2B5EF4-FFF2-40B4-BE49-F238E27FC236}">
                <a16:creationId xmlns:a16="http://schemas.microsoft.com/office/drawing/2014/main" id="{AED5EAEE-F064-81B3-2D67-1CDC8372C7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9634" y="4930985"/>
          <a:ext cx="1433829" cy="1242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282" imgH="792515" progId="Word.Document.12">
                  <p:embed/>
                </p:oleObj>
              </mc:Choice>
              <mc:Fallback>
                <p:oleObj name="Document" showAsIcon="1" r:id="rId2" imgW="914282" imgH="792515" progId="Word.Document.12">
                  <p:embed/>
                  <p:pic>
                    <p:nvPicPr>
                      <p:cNvPr id="49159" name="Objeto 4">
                        <a:extLst>
                          <a:ext uri="{FF2B5EF4-FFF2-40B4-BE49-F238E27FC236}">
                            <a16:creationId xmlns:a16="http://schemas.microsoft.com/office/drawing/2014/main" id="{AED5EAEE-F064-81B3-2D67-1CDC8372C7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634" y="4930985"/>
                        <a:ext cx="1433829" cy="1242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A9E039CC-E977-44CA-80E0-12AD5BE134ED}"/>
              </a:ext>
            </a:extLst>
          </p:cNvPr>
          <p:cNvSpPr txBox="1">
            <a:spLocks/>
          </p:cNvSpPr>
          <p:nvPr/>
        </p:nvSpPr>
        <p:spPr>
          <a:xfrm>
            <a:off x="711724" y="804114"/>
            <a:ext cx="7740974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419" sz="2400" b="1" dirty="0">
                <a:solidFill>
                  <a:schemeClr val="accent1"/>
                </a:solidFill>
                <a:ea typeface="+mn-ea"/>
                <a:cs typeface="+mn-cs"/>
              </a:rPr>
              <a:t>Anexos</a:t>
            </a:r>
            <a:endParaRPr lang="es-ES" sz="2400" b="1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346D3DBE-A057-1161-B864-1B9D967AB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219" y="2637961"/>
          <a:ext cx="1692660" cy="1492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597" imgH="806311" progId="Excel.Sheet.12">
                  <p:embed/>
                </p:oleObj>
              </mc:Choice>
              <mc:Fallback>
                <p:oleObj name="Worksheet" showAsIcon="1" r:id="rId4" imgW="914597" imgH="806311" progId="Excel.Sheet.12">
                  <p:embed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346D3DBE-A057-1161-B864-1B9D967AB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0219" y="2637961"/>
                        <a:ext cx="1692660" cy="1492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81DE5-4E54-E0DD-0F52-6E50B106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4400" dirty="0"/>
              <a:t>AGENDA</a:t>
            </a:r>
            <a:endParaRPr lang="es-PE" dirty="0"/>
          </a:p>
        </p:txBody>
      </p:sp>
      <p:graphicFrame>
        <p:nvGraphicFramePr>
          <p:cNvPr id="5" name="Marcador de contenido 1">
            <a:extLst>
              <a:ext uri="{FF2B5EF4-FFF2-40B4-BE49-F238E27FC236}">
                <a16:creationId xmlns:a16="http://schemas.microsoft.com/office/drawing/2014/main" id="{AF5B1093-BC2D-B816-B037-1FA1E6CD6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4983984"/>
              </p:ext>
            </p:extLst>
          </p:nvPr>
        </p:nvGraphicFramePr>
        <p:xfrm>
          <a:off x="1180226" y="1211028"/>
          <a:ext cx="10117000" cy="484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1826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6A2FD-D6D8-A14F-3797-37636B5C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201"/>
            <a:ext cx="8241323" cy="818480"/>
          </a:xfrm>
        </p:spPr>
        <p:txBody>
          <a:bodyPr>
            <a:normAutofit fontScale="90000"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PE" sz="3200" b="1" noProof="0" dirty="0">
                <a:solidFill>
                  <a:schemeClr val="accent1"/>
                </a:solidFill>
              </a:rPr>
              <a:t>Condiciones de Seguridad, Salud </a:t>
            </a:r>
            <a:r>
              <a:rPr lang="es-PE" sz="3200" b="1" noProof="0" dirty="0">
                <a:solidFill>
                  <a:srgbClr val="000000"/>
                </a:solidFill>
              </a:rPr>
              <a:t>y Medio Ambiente</a:t>
            </a:r>
            <a:endParaRPr lang="es-PE" sz="3200" noProof="0" dirty="0"/>
          </a:p>
        </p:txBody>
      </p:sp>
      <p:pic>
        <p:nvPicPr>
          <p:cNvPr id="4" name="Imagen 3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6EFC7DAA-7C99-1C57-66BB-FCB8C0D36A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0264" r="4344" b="40407"/>
          <a:stretch/>
        </p:blipFill>
        <p:spPr>
          <a:xfrm>
            <a:off x="9925700" y="176506"/>
            <a:ext cx="2042769" cy="437240"/>
          </a:xfrm>
          <a:prstGeom prst="rect">
            <a:avLst/>
          </a:prstGeom>
        </p:spPr>
      </p:pic>
      <p:pic>
        <p:nvPicPr>
          <p:cNvPr id="6" name="object 32">
            <a:extLst>
              <a:ext uri="{FF2B5EF4-FFF2-40B4-BE49-F238E27FC236}">
                <a16:creationId xmlns:a16="http://schemas.microsoft.com/office/drawing/2014/main" id="{17B12E08-D488-A8D3-75F5-EC70F42831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1573" y="9758907"/>
            <a:ext cx="86227" cy="8623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19CBE64-A001-DD40-72FF-9FB17FEF76EA}"/>
              </a:ext>
            </a:extLst>
          </p:cNvPr>
          <p:cNvSpPr txBox="1"/>
          <p:nvPr/>
        </p:nvSpPr>
        <p:spPr>
          <a:xfrm>
            <a:off x="6014319" y="2376518"/>
            <a:ext cx="5580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Clr>
                <a:srgbClr val="00BE4A"/>
              </a:buClr>
            </a:pPr>
            <a:r>
              <a:rPr lang="es-PE" sz="1600" noProof="0" dirty="0"/>
              <a:t>Establece los requisitos obligatorios para la acreditación en términos de HSEQ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D7AC381-D802-511D-0779-75F8BF672AD2}"/>
              </a:ext>
            </a:extLst>
          </p:cNvPr>
          <p:cNvGrpSpPr/>
          <p:nvPr/>
        </p:nvGrpSpPr>
        <p:grpSpPr>
          <a:xfrm>
            <a:off x="762268" y="1362538"/>
            <a:ext cx="4364419" cy="880884"/>
            <a:chOff x="1328382" y="3377786"/>
            <a:chExt cx="6934322" cy="1337475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BA911DD2-AC06-6EE9-D103-5C18E15C7B18}"/>
                </a:ext>
              </a:extLst>
            </p:cNvPr>
            <p:cNvGrpSpPr/>
            <p:nvPr/>
          </p:nvGrpSpPr>
          <p:grpSpPr>
            <a:xfrm>
              <a:off x="1328382" y="3377786"/>
              <a:ext cx="6934322" cy="1337475"/>
              <a:chOff x="1645301" y="5853672"/>
              <a:chExt cx="7044414" cy="1529534"/>
            </a:xfrm>
            <a:solidFill>
              <a:srgbClr val="009900"/>
            </a:solidFill>
          </p:grpSpPr>
          <p:sp>
            <p:nvSpPr>
              <p:cNvPr id="14" name="Forma libre: forma 13">
                <a:extLst>
                  <a:ext uri="{FF2B5EF4-FFF2-40B4-BE49-F238E27FC236}">
                    <a16:creationId xmlns:a16="http://schemas.microsoft.com/office/drawing/2014/main" id="{639A64E4-A920-E2E9-64CC-C8A5E7CA25A9}"/>
                  </a:ext>
                </a:extLst>
              </p:cNvPr>
              <p:cNvSpPr/>
              <p:nvPr/>
            </p:nvSpPr>
            <p:spPr>
              <a:xfrm>
                <a:off x="1645301" y="5853672"/>
                <a:ext cx="7044414" cy="1529534"/>
              </a:xfrm>
              <a:custGeom>
                <a:avLst/>
                <a:gdLst>
                  <a:gd name="connsiteX0" fmla="*/ 854010 w 7044414"/>
                  <a:gd name="connsiteY0" fmla="*/ 188086 h 1801860"/>
                  <a:gd name="connsiteX1" fmla="*/ 154295 w 7044414"/>
                  <a:gd name="connsiteY1" fmla="*/ 920509 h 1801860"/>
                  <a:gd name="connsiteX2" fmla="*/ 854010 w 7044414"/>
                  <a:gd name="connsiteY2" fmla="*/ 1652932 h 1801860"/>
                  <a:gd name="connsiteX3" fmla="*/ 1553725 w 7044414"/>
                  <a:gd name="connsiteY3" fmla="*/ 920509 h 1801860"/>
                  <a:gd name="connsiteX4" fmla="*/ 854010 w 7044414"/>
                  <a:gd name="connsiteY4" fmla="*/ 188086 h 1801860"/>
                  <a:gd name="connsiteX5" fmla="*/ 890531 w 7044414"/>
                  <a:gd name="connsiteY5" fmla="*/ 0 h 1801860"/>
                  <a:gd name="connsiteX6" fmla="*/ 940811 w 7044414"/>
                  <a:gd name="connsiteY6" fmla="*/ 2569 h 1801860"/>
                  <a:gd name="connsiteX7" fmla="*/ 940811 w 7044414"/>
                  <a:gd name="connsiteY7" fmla="*/ 1 h 1801860"/>
                  <a:gd name="connsiteX8" fmla="*/ 7044414 w 7044414"/>
                  <a:gd name="connsiteY8" fmla="*/ 1 h 1801860"/>
                  <a:gd name="connsiteX9" fmla="*/ 7044414 w 7044414"/>
                  <a:gd name="connsiteY9" fmla="*/ 1128803 h 1801860"/>
                  <a:gd name="connsiteX10" fmla="*/ 7043276 w 7044414"/>
                  <a:gd name="connsiteY10" fmla="*/ 1162395 h 1801860"/>
                  <a:gd name="connsiteX11" fmla="*/ 7039896 w 7044414"/>
                  <a:gd name="connsiteY11" fmla="*/ 1195560 h 1801860"/>
                  <a:gd name="connsiteX12" fmla="*/ 7034328 w 7044414"/>
                  <a:gd name="connsiteY12" fmla="*/ 1228262 h 1801860"/>
                  <a:gd name="connsiteX13" fmla="*/ 7026624 w 7044414"/>
                  <a:gd name="connsiteY13" fmla="*/ 1260459 h 1801860"/>
                  <a:gd name="connsiteX14" fmla="*/ 7016840 w 7044414"/>
                  <a:gd name="connsiteY14" fmla="*/ 1292114 h 1801860"/>
                  <a:gd name="connsiteX15" fmla="*/ 7005026 w 7044414"/>
                  <a:gd name="connsiteY15" fmla="*/ 1323189 h 1801860"/>
                  <a:gd name="connsiteX16" fmla="*/ 6991239 w 7044414"/>
                  <a:gd name="connsiteY16" fmla="*/ 1353645 h 1801860"/>
                  <a:gd name="connsiteX17" fmla="*/ 6975529 w 7044414"/>
                  <a:gd name="connsiteY17" fmla="*/ 1383443 h 1801860"/>
                  <a:gd name="connsiteX18" fmla="*/ 6957950 w 7044414"/>
                  <a:gd name="connsiteY18" fmla="*/ 1412545 h 1801860"/>
                  <a:gd name="connsiteX19" fmla="*/ 6938558 w 7044414"/>
                  <a:gd name="connsiteY19" fmla="*/ 1440912 h 1801860"/>
                  <a:gd name="connsiteX20" fmla="*/ 6917402 w 7044414"/>
                  <a:gd name="connsiteY20" fmla="*/ 1468506 h 1801860"/>
                  <a:gd name="connsiteX21" fmla="*/ 6894538 w 7044414"/>
                  <a:gd name="connsiteY21" fmla="*/ 1495288 h 1801860"/>
                  <a:gd name="connsiteX22" fmla="*/ 6870019 w 7044414"/>
                  <a:gd name="connsiteY22" fmla="*/ 1521219 h 1801860"/>
                  <a:gd name="connsiteX23" fmla="*/ 6843898 w 7044414"/>
                  <a:gd name="connsiteY23" fmla="*/ 1546261 h 1801860"/>
                  <a:gd name="connsiteX24" fmla="*/ 6816229 w 7044414"/>
                  <a:gd name="connsiteY24" fmla="*/ 1570376 h 1801860"/>
                  <a:gd name="connsiteX25" fmla="*/ 6787064 w 7044414"/>
                  <a:gd name="connsiteY25" fmla="*/ 1593525 h 1801860"/>
                  <a:gd name="connsiteX26" fmla="*/ 6756458 w 7044414"/>
                  <a:gd name="connsiteY26" fmla="*/ 1615668 h 1801860"/>
                  <a:gd name="connsiteX27" fmla="*/ 6724462 w 7044414"/>
                  <a:gd name="connsiteY27" fmla="*/ 1636769 h 1801860"/>
                  <a:gd name="connsiteX28" fmla="*/ 6691131 w 7044414"/>
                  <a:gd name="connsiteY28" fmla="*/ 1656788 h 1801860"/>
                  <a:gd name="connsiteX29" fmla="*/ 6656519 w 7044414"/>
                  <a:gd name="connsiteY29" fmla="*/ 1675686 h 1801860"/>
                  <a:gd name="connsiteX30" fmla="*/ 6620677 w 7044414"/>
                  <a:gd name="connsiteY30" fmla="*/ 1693425 h 1801860"/>
                  <a:gd name="connsiteX31" fmla="*/ 6583659 w 7044414"/>
                  <a:gd name="connsiteY31" fmla="*/ 1709967 h 1801860"/>
                  <a:gd name="connsiteX32" fmla="*/ 6545519 w 7044414"/>
                  <a:gd name="connsiteY32" fmla="*/ 1725272 h 1801860"/>
                  <a:gd name="connsiteX33" fmla="*/ 6506310 w 7044414"/>
                  <a:gd name="connsiteY33" fmla="*/ 1739303 h 1801860"/>
                  <a:gd name="connsiteX34" fmla="*/ 6466086 w 7044414"/>
                  <a:gd name="connsiteY34" fmla="*/ 1752021 h 1801860"/>
                  <a:gd name="connsiteX35" fmla="*/ 6424899 w 7044414"/>
                  <a:gd name="connsiteY35" fmla="*/ 1763387 h 1801860"/>
                  <a:gd name="connsiteX36" fmla="*/ 6382804 w 7044414"/>
                  <a:gd name="connsiteY36" fmla="*/ 1773362 h 1801860"/>
                  <a:gd name="connsiteX37" fmla="*/ 6339852 w 7044414"/>
                  <a:gd name="connsiteY37" fmla="*/ 1781909 h 1801860"/>
                  <a:gd name="connsiteX38" fmla="*/ 6296099 w 7044414"/>
                  <a:gd name="connsiteY38" fmla="*/ 1788988 h 1801860"/>
                  <a:gd name="connsiteX39" fmla="*/ 6251595 w 7044414"/>
                  <a:gd name="connsiteY39" fmla="*/ 1794561 h 1801860"/>
                  <a:gd name="connsiteX40" fmla="*/ 6206397 w 7044414"/>
                  <a:gd name="connsiteY40" fmla="*/ 1798590 h 1801860"/>
                  <a:gd name="connsiteX41" fmla="*/ 6160555 w 7044414"/>
                  <a:gd name="connsiteY41" fmla="*/ 1801035 h 1801860"/>
                  <a:gd name="connsiteX42" fmla="*/ 6114125 w 7044414"/>
                  <a:gd name="connsiteY42" fmla="*/ 1801859 h 1801860"/>
                  <a:gd name="connsiteX43" fmla="*/ 940811 w 7044414"/>
                  <a:gd name="connsiteY43" fmla="*/ 1801859 h 1801860"/>
                  <a:gd name="connsiteX44" fmla="*/ 940811 w 7044414"/>
                  <a:gd name="connsiteY44" fmla="*/ 1799292 h 1801860"/>
                  <a:gd name="connsiteX45" fmla="*/ 890531 w 7044414"/>
                  <a:gd name="connsiteY45" fmla="*/ 1801860 h 1801860"/>
                  <a:gd name="connsiteX46" fmla="*/ 0 w 7044414"/>
                  <a:gd name="connsiteY46" fmla="*/ 900930 h 1801860"/>
                  <a:gd name="connsiteX47" fmla="*/ 890531 w 7044414"/>
                  <a:gd name="connsiteY47" fmla="*/ 0 h 1801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7044414" h="1801860">
                    <a:moveTo>
                      <a:pt x="854010" y="188086"/>
                    </a:moveTo>
                    <a:cubicBezTo>
                      <a:pt x="467568" y="188086"/>
                      <a:pt x="154295" y="516003"/>
                      <a:pt x="154295" y="920509"/>
                    </a:cubicBezTo>
                    <a:cubicBezTo>
                      <a:pt x="154295" y="1325015"/>
                      <a:pt x="467568" y="1652932"/>
                      <a:pt x="854010" y="1652932"/>
                    </a:cubicBezTo>
                    <a:cubicBezTo>
                      <a:pt x="1240452" y="1652932"/>
                      <a:pt x="1553725" y="1325015"/>
                      <a:pt x="1553725" y="920509"/>
                    </a:cubicBezTo>
                    <a:cubicBezTo>
                      <a:pt x="1553725" y="516003"/>
                      <a:pt x="1240452" y="188086"/>
                      <a:pt x="854010" y="188086"/>
                    </a:cubicBezTo>
                    <a:close/>
                    <a:moveTo>
                      <a:pt x="890531" y="0"/>
                    </a:moveTo>
                    <a:lnTo>
                      <a:pt x="940811" y="2569"/>
                    </a:lnTo>
                    <a:lnTo>
                      <a:pt x="940811" y="1"/>
                    </a:lnTo>
                    <a:lnTo>
                      <a:pt x="7044414" y="1"/>
                    </a:lnTo>
                    <a:lnTo>
                      <a:pt x="7044414" y="1128803"/>
                    </a:lnTo>
                    <a:lnTo>
                      <a:pt x="7043276" y="1162395"/>
                    </a:lnTo>
                    <a:lnTo>
                      <a:pt x="7039896" y="1195560"/>
                    </a:lnTo>
                    <a:lnTo>
                      <a:pt x="7034328" y="1228262"/>
                    </a:lnTo>
                    <a:lnTo>
                      <a:pt x="7026624" y="1260459"/>
                    </a:lnTo>
                    <a:lnTo>
                      <a:pt x="7016840" y="1292114"/>
                    </a:lnTo>
                    <a:lnTo>
                      <a:pt x="7005026" y="1323189"/>
                    </a:lnTo>
                    <a:lnTo>
                      <a:pt x="6991239" y="1353645"/>
                    </a:lnTo>
                    <a:lnTo>
                      <a:pt x="6975529" y="1383443"/>
                    </a:lnTo>
                    <a:lnTo>
                      <a:pt x="6957950" y="1412545"/>
                    </a:lnTo>
                    <a:lnTo>
                      <a:pt x="6938558" y="1440912"/>
                    </a:lnTo>
                    <a:lnTo>
                      <a:pt x="6917402" y="1468506"/>
                    </a:lnTo>
                    <a:lnTo>
                      <a:pt x="6894538" y="1495288"/>
                    </a:lnTo>
                    <a:lnTo>
                      <a:pt x="6870019" y="1521219"/>
                    </a:lnTo>
                    <a:lnTo>
                      <a:pt x="6843898" y="1546261"/>
                    </a:lnTo>
                    <a:lnTo>
                      <a:pt x="6816229" y="1570376"/>
                    </a:lnTo>
                    <a:lnTo>
                      <a:pt x="6787064" y="1593525"/>
                    </a:lnTo>
                    <a:lnTo>
                      <a:pt x="6756458" y="1615668"/>
                    </a:lnTo>
                    <a:lnTo>
                      <a:pt x="6724462" y="1636769"/>
                    </a:lnTo>
                    <a:lnTo>
                      <a:pt x="6691131" y="1656788"/>
                    </a:lnTo>
                    <a:lnTo>
                      <a:pt x="6656519" y="1675686"/>
                    </a:lnTo>
                    <a:lnTo>
                      <a:pt x="6620677" y="1693425"/>
                    </a:lnTo>
                    <a:lnTo>
                      <a:pt x="6583659" y="1709967"/>
                    </a:lnTo>
                    <a:lnTo>
                      <a:pt x="6545519" y="1725272"/>
                    </a:lnTo>
                    <a:lnTo>
                      <a:pt x="6506310" y="1739303"/>
                    </a:lnTo>
                    <a:lnTo>
                      <a:pt x="6466086" y="1752021"/>
                    </a:lnTo>
                    <a:lnTo>
                      <a:pt x="6424899" y="1763387"/>
                    </a:lnTo>
                    <a:lnTo>
                      <a:pt x="6382804" y="1773362"/>
                    </a:lnTo>
                    <a:lnTo>
                      <a:pt x="6339852" y="1781909"/>
                    </a:lnTo>
                    <a:lnTo>
                      <a:pt x="6296099" y="1788988"/>
                    </a:lnTo>
                    <a:lnTo>
                      <a:pt x="6251595" y="1794561"/>
                    </a:lnTo>
                    <a:lnTo>
                      <a:pt x="6206397" y="1798590"/>
                    </a:lnTo>
                    <a:lnTo>
                      <a:pt x="6160555" y="1801035"/>
                    </a:lnTo>
                    <a:lnTo>
                      <a:pt x="6114125" y="1801859"/>
                    </a:lnTo>
                    <a:lnTo>
                      <a:pt x="940811" y="1801859"/>
                    </a:lnTo>
                    <a:lnTo>
                      <a:pt x="940811" y="1799292"/>
                    </a:lnTo>
                    <a:lnTo>
                      <a:pt x="890531" y="1801860"/>
                    </a:lnTo>
                    <a:cubicBezTo>
                      <a:pt x="398704" y="1801860"/>
                      <a:pt x="0" y="1398500"/>
                      <a:pt x="0" y="900930"/>
                    </a:cubicBezTo>
                    <a:cubicBezTo>
                      <a:pt x="0" y="403360"/>
                      <a:pt x="398704" y="0"/>
                      <a:pt x="89053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PE" noProof="0" dirty="0"/>
              </a:p>
            </p:txBody>
          </p:sp>
          <p:pic>
            <p:nvPicPr>
              <p:cNvPr id="15" name="Gráfico 14" descr="Portapapeles comprobado con relleno sólido">
                <a:extLst>
                  <a:ext uri="{FF2B5EF4-FFF2-40B4-BE49-F238E27FC236}">
                    <a16:creationId xmlns:a16="http://schemas.microsoft.com/office/drawing/2014/main" id="{9D23B56F-D157-DEAD-CEFE-87A15512BB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13930" y="6135400"/>
                <a:ext cx="943664" cy="926626"/>
              </a:xfrm>
              <a:prstGeom prst="rect">
                <a:avLst/>
              </a:prstGeom>
            </p:spPr>
          </p:pic>
        </p:grp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3F9959B4-8C2C-98F5-B6CD-01996797ADD3}"/>
                </a:ext>
              </a:extLst>
            </p:cNvPr>
            <p:cNvSpPr txBox="1"/>
            <p:nvPr/>
          </p:nvSpPr>
          <p:spPr>
            <a:xfrm>
              <a:off x="2887872" y="3642764"/>
              <a:ext cx="4933610" cy="887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PE" sz="16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D.HSEQ.PE.003 - Requisitos de HSEQ para Contratistas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6FD3E92-BBF7-6659-EF8A-9AFC95FD7A1F}"/>
              </a:ext>
            </a:extLst>
          </p:cNvPr>
          <p:cNvGrpSpPr/>
          <p:nvPr/>
        </p:nvGrpSpPr>
        <p:grpSpPr>
          <a:xfrm>
            <a:off x="6658369" y="1451724"/>
            <a:ext cx="4467594" cy="2349923"/>
            <a:chOff x="11405042" y="1444630"/>
            <a:chExt cx="6595045" cy="3073067"/>
          </a:xfrm>
        </p:grpSpPr>
        <p:pic>
          <p:nvPicPr>
            <p:cNvPr id="17" name="Gráfico 16" descr="Blog con relleno sólido">
              <a:extLst>
                <a:ext uri="{FF2B5EF4-FFF2-40B4-BE49-F238E27FC236}">
                  <a16:creationId xmlns:a16="http://schemas.microsoft.com/office/drawing/2014/main" id="{3AE75260-1D0F-7801-F742-2B91AA0CE8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05042" y="1444630"/>
              <a:ext cx="651845" cy="789891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DBF87790-7B00-AAB1-999B-6659D9FE7C94}"/>
                </a:ext>
              </a:extLst>
            </p:cNvPr>
            <p:cNvSpPr txBox="1"/>
            <p:nvPr/>
          </p:nvSpPr>
          <p:spPr>
            <a:xfrm>
              <a:off x="12555873" y="3553365"/>
              <a:ext cx="5444214" cy="964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s-PE" sz="24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HSEQ.PE.001 Requisitos HSEQ para acreditación y accesos</a:t>
              </a:r>
              <a:endParaRPr lang="es-PE" sz="2400" b="1" noProof="0" dirty="0"/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C38ABCC-EB0F-EF11-0E8B-BDF8226920F1}"/>
              </a:ext>
            </a:extLst>
          </p:cNvPr>
          <p:cNvSpPr txBox="1"/>
          <p:nvPr/>
        </p:nvSpPr>
        <p:spPr>
          <a:xfrm>
            <a:off x="329394" y="5716094"/>
            <a:ext cx="11431988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00100" indent="-704850" algn="just" rtl="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Los contratistas deben cumplir con la legislación aplicable en materia de seguridad, salud y medio ambiente.</a:t>
            </a:r>
          </a:p>
          <a:p>
            <a:pPr marL="800100" indent="-704850" algn="just" rtl="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ORYGEN monitorea continuamente el cumplimiento de los requisitos HSEQ  a través de validaciones en campo y anualmente, solicita a los proveedores la actualización de la documentación (medio ambiente, seguridad).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1FAF4C7-3F42-FA7A-DF42-743AE208353F}"/>
              </a:ext>
            </a:extLst>
          </p:cNvPr>
          <p:cNvGrpSpPr/>
          <p:nvPr/>
        </p:nvGrpSpPr>
        <p:grpSpPr>
          <a:xfrm>
            <a:off x="6096000" y="2917182"/>
            <a:ext cx="5872469" cy="2388847"/>
            <a:chOff x="9875506" y="7790348"/>
            <a:chExt cx="12618406" cy="4808530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AEE4F849-9CC7-915E-CCE6-6DB7756D3985}"/>
                </a:ext>
              </a:extLst>
            </p:cNvPr>
            <p:cNvGrpSpPr/>
            <p:nvPr/>
          </p:nvGrpSpPr>
          <p:grpSpPr>
            <a:xfrm>
              <a:off x="18302913" y="8441180"/>
              <a:ext cx="4190999" cy="4001328"/>
              <a:chOff x="7481048" y="7452876"/>
              <a:chExt cx="4190999" cy="4001328"/>
            </a:xfrm>
          </p:grpSpPr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8C69C327-C5CC-9440-FA4F-3E4C90D8D9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79594" y="7452876"/>
                <a:ext cx="2466948" cy="1641641"/>
              </a:xfrm>
              <a:prstGeom prst="rect">
                <a:avLst/>
              </a:prstGeom>
              <a:ln w="38100" cap="sq">
                <a:solidFill>
                  <a:schemeClr val="accent1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2A31FEE4-2313-6593-3701-D297F9D143D7}"/>
                  </a:ext>
                </a:extLst>
              </p:cNvPr>
              <p:cNvSpPr txBox="1"/>
              <p:nvPr/>
            </p:nvSpPr>
            <p:spPr>
              <a:xfrm>
                <a:off x="7481048" y="9285863"/>
                <a:ext cx="4190999" cy="2168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PE" sz="1600" noProof="0" dirty="0"/>
                  <a:t>Emisión de QR por cada unidad vehicular y/o maquinaria</a:t>
                </a:r>
              </a:p>
            </p:txBody>
          </p: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487439FB-A6F1-1A2B-E199-E97CCC08159B}"/>
                </a:ext>
              </a:extLst>
            </p:cNvPr>
            <p:cNvGrpSpPr/>
            <p:nvPr/>
          </p:nvGrpSpPr>
          <p:grpSpPr>
            <a:xfrm>
              <a:off x="9875506" y="8584970"/>
              <a:ext cx="3982756" cy="4013908"/>
              <a:chOff x="15275313" y="7630503"/>
              <a:chExt cx="3982756" cy="3899484"/>
            </a:xfrm>
          </p:grpSpPr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9AB2ACF2-FBEF-2006-96B9-C17AA1B76C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29218" r="2380"/>
              <a:stretch/>
            </p:blipFill>
            <p:spPr>
              <a:xfrm>
                <a:off x="15538366" y="7630503"/>
                <a:ext cx="3640325" cy="1187371"/>
              </a:xfrm>
              <a:prstGeom prst="rect">
                <a:avLst/>
              </a:prstGeom>
              <a:ln w="38100" cap="sq">
                <a:solidFill>
                  <a:schemeClr val="accent1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19884A9-1ECA-C1FF-A677-E7DACB64E896}"/>
                  </a:ext>
                </a:extLst>
              </p:cNvPr>
              <p:cNvSpPr txBox="1"/>
              <p:nvPr/>
            </p:nvSpPr>
            <p:spPr>
              <a:xfrm>
                <a:off x="15275313" y="8941967"/>
                <a:ext cx="3982756" cy="2588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PE" sz="1600" noProof="0" dirty="0"/>
                  <a:t>Información para cargar en Plataforma de Gestión de contratistas</a:t>
                </a:r>
              </a:p>
            </p:txBody>
          </p:sp>
        </p:grp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CD39EE8E-424E-5394-19EF-CD43AF7C8A61}"/>
                </a:ext>
              </a:extLst>
            </p:cNvPr>
            <p:cNvGrpSpPr/>
            <p:nvPr/>
          </p:nvGrpSpPr>
          <p:grpSpPr>
            <a:xfrm flipV="1">
              <a:off x="13869647" y="9243100"/>
              <a:ext cx="762000" cy="178581"/>
              <a:chOff x="3144483" y="1759184"/>
              <a:chExt cx="540470" cy="164181"/>
            </a:xfrm>
          </p:grpSpPr>
          <p:sp>
            <p:nvSpPr>
              <p:cNvPr id="33" name="Forma libre: forma 32">
                <a:extLst>
                  <a:ext uri="{FF2B5EF4-FFF2-40B4-BE49-F238E27FC236}">
                    <a16:creationId xmlns:a16="http://schemas.microsoft.com/office/drawing/2014/main" id="{2A57D509-D287-39AE-A3D3-0DF79DBFF0F6}"/>
                  </a:ext>
                </a:extLst>
              </p:cNvPr>
              <p:cNvSpPr/>
              <p:nvPr/>
            </p:nvSpPr>
            <p:spPr>
              <a:xfrm rot="18900000">
                <a:off x="3144483" y="1759187"/>
                <a:ext cx="164178" cy="164178"/>
              </a:xfrm>
              <a:custGeom>
                <a:avLst/>
                <a:gdLst>
                  <a:gd name="connsiteX0" fmla="*/ 2784329 w 2784329"/>
                  <a:gd name="connsiteY0" fmla="*/ 734 h 2784329"/>
                  <a:gd name="connsiteX1" fmla="*/ 2782441 w 2784329"/>
                  <a:gd name="connsiteY1" fmla="*/ 2780321 h 2784329"/>
                  <a:gd name="connsiteX2" fmla="*/ 2779588 w 2784329"/>
                  <a:gd name="connsiteY2" fmla="*/ 2780320 h 2784329"/>
                  <a:gd name="connsiteX3" fmla="*/ 2779588 w 2784329"/>
                  <a:gd name="connsiteY3" fmla="*/ 2784329 h 2784329"/>
                  <a:gd name="connsiteX4" fmla="*/ 0 w 2784329"/>
                  <a:gd name="connsiteY4" fmla="*/ 2784329 h 2784329"/>
                  <a:gd name="connsiteX5" fmla="*/ 0 w 2784329"/>
                  <a:gd name="connsiteY5" fmla="*/ 1703378 h 2784329"/>
                  <a:gd name="connsiteX6" fmla="*/ 1702222 w 2784329"/>
                  <a:gd name="connsiteY6" fmla="*/ 1703378 h 2784329"/>
                  <a:gd name="connsiteX7" fmla="*/ 1703379 w 2784329"/>
                  <a:gd name="connsiteY7" fmla="*/ 0 h 27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4329" h="2784329">
                    <a:moveTo>
                      <a:pt x="2784329" y="734"/>
                    </a:moveTo>
                    <a:lnTo>
                      <a:pt x="2782441" y="2780321"/>
                    </a:lnTo>
                    <a:lnTo>
                      <a:pt x="2779588" y="2780320"/>
                    </a:lnTo>
                    <a:lnTo>
                      <a:pt x="2779588" y="2784329"/>
                    </a:lnTo>
                    <a:lnTo>
                      <a:pt x="0" y="2784329"/>
                    </a:lnTo>
                    <a:lnTo>
                      <a:pt x="0" y="1703378"/>
                    </a:lnTo>
                    <a:lnTo>
                      <a:pt x="1702222" y="1703378"/>
                    </a:lnTo>
                    <a:lnTo>
                      <a:pt x="1703379" y="0"/>
                    </a:lnTo>
                    <a:close/>
                  </a:path>
                </a:pathLst>
              </a:custGeom>
              <a:solidFill>
                <a:srgbClr val="F694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sz="1400" noProof="0" dirty="0"/>
              </a:p>
            </p:txBody>
          </p:sp>
          <p:sp>
            <p:nvSpPr>
              <p:cNvPr id="34" name="Forma libre: forma 33">
                <a:extLst>
                  <a:ext uri="{FF2B5EF4-FFF2-40B4-BE49-F238E27FC236}">
                    <a16:creationId xmlns:a16="http://schemas.microsoft.com/office/drawing/2014/main" id="{56A84BB1-2533-2631-45DE-ACE3F476077A}"/>
                  </a:ext>
                </a:extLst>
              </p:cNvPr>
              <p:cNvSpPr/>
              <p:nvPr/>
            </p:nvSpPr>
            <p:spPr>
              <a:xfrm rot="18900000">
                <a:off x="3332629" y="1759186"/>
                <a:ext cx="164178" cy="164178"/>
              </a:xfrm>
              <a:custGeom>
                <a:avLst/>
                <a:gdLst>
                  <a:gd name="connsiteX0" fmla="*/ 2784329 w 2784329"/>
                  <a:gd name="connsiteY0" fmla="*/ 734 h 2784329"/>
                  <a:gd name="connsiteX1" fmla="*/ 2782441 w 2784329"/>
                  <a:gd name="connsiteY1" fmla="*/ 2780321 h 2784329"/>
                  <a:gd name="connsiteX2" fmla="*/ 2779588 w 2784329"/>
                  <a:gd name="connsiteY2" fmla="*/ 2780320 h 2784329"/>
                  <a:gd name="connsiteX3" fmla="*/ 2779588 w 2784329"/>
                  <a:gd name="connsiteY3" fmla="*/ 2784329 h 2784329"/>
                  <a:gd name="connsiteX4" fmla="*/ 0 w 2784329"/>
                  <a:gd name="connsiteY4" fmla="*/ 2784329 h 2784329"/>
                  <a:gd name="connsiteX5" fmla="*/ 0 w 2784329"/>
                  <a:gd name="connsiteY5" fmla="*/ 1703378 h 2784329"/>
                  <a:gd name="connsiteX6" fmla="*/ 1702222 w 2784329"/>
                  <a:gd name="connsiteY6" fmla="*/ 1703378 h 2784329"/>
                  <a:gd name="connsiteX7" fmla="*/ 1703379 w 2784329"/>
                  <a:gd name="connsiteY7" fmla="*/ 0 h 27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4329" h="2784329">
                    <a:moveTo>
                      <a:pt x="2784329" y="734"/>
                    </a:moveTo>
                    <a:lnTo>
                      <a:pt x="2782441" y="2780321"/>
                    </a:lnTo>
                    <a:lnTo>
                      <a:pt x="2779588" y="2780320"/>
                    </a:lnTo>
                    <a:lnTo>
                      <a:pt x="2779588" y="2784329"/>
                    </a:lnTo>
                    <a:lnTo>
                      <a:pt x="0" y="2784329"/>
                    </a:lnTo>
                    <a:lnTo>
                      <a:pt x="0" y="1703378"/>
                    </a:lnTo>
                    <a:lnTo>
                      <a:pt x="1702222" y="1703378"/>
                    </a:lnTo>
                    <a:lnTo>
                      <a:pt x="1703379" y="0"/>
                    </a:lnTo>
                    <a:close/>
                  </a:path>
                </a:pathLst>
              </a:custGeom>
              <a:solidFill>
                <a:srgbClr val="015E6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sz="1400" noProof="0" dirty="0"/>
              </a:p>
            </p:txBody>
          </p:sp>
          <p:sp>
            <p:nvSpPr>
              <p:cNvPr id="35" name="Forma libre: forma 34">
                <a:extLst>
                  <a:ext uri="{FF2B5EF4-FFF2-40B4-BE49-F238E27FC236}">
                    <a16:creationId xmlns:a16="http://schemas.microsoft.com/office/drawing/2014/main" id="{205769B0-6CBE-65BB-E464-B0C197CD3AB4}"/>
                  </a:ext>
                </a:extLst>
              </p:cNvPr>
              <p:cNvSpPr/>
              <p:nvPr/>
            </p:nvSpPr>
            <p:spPr>
              <a:xfrm rot="18900000">
                <a:off x="3520775" y="1759184"/>
                <a:ext cx="164178" cy="164178"/>
              </a:xfrm>
              <a:custGeom>
                <a:avLst/>
                <a:gdLst>
                  <a:gd name="connsiteX0" fmla="*/ 2784329 w 2784329"/>
                  <a:gd name="connsiteY0" fmla="*/ 734 h 2784329"/>
                  <a:gd name="connsiteX1" fmla="*/ 2782441 w 2784329"/>
                  <a:gd name="connsiteY1" fmla="*/ 2780321 h 2784329"/>
                  <a:gd name="connsiteX2" fmla="*/ 2779588 w 2784329"/>
                  <a:gd name="connsiteY2" fmla="*/ 2780320 h 2784329"/>
                  <a:gd name="connsiteX3" fmla="*/ 2779588 w 2784329"/>
                  <a:gd name="connsiteY3" fmla="*/ 2784329 h 2784329"/>
                  <a:gd name="connsiteX4" fmla="*/ 0 w 2784329"/>
                  <a:gd name="connsiteY4" fmla="*/ 2784329 h 2784329"/>
                  <a:gd name="connsiteX5" fmla="*/ 0 w 2784329"/>
                  <a:gd name="connsiteY5" fmla="*/ 1703378 h 2784329"/>
                  <a:gd name="connsiteX6" fmla="*/ 1702222 w 2784329"/>
                  <a:gd name="connsiteY6" fmla="*/ 1703378 h 2784329"/>
                  <a:gd name="connsiteX7" fmla="*/ 1703379 w 2784329"/>
                  <a:gd name="connsiteY7" fmla="*/ 0 h 27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4329" h="2784329">
                    <a:moveTo>
                      <a:pt x="2784329" y="734"/>
                    </a:moveTo>
                    <a:lnTo>
                      <a:pt x="2782441" y="2780321"/>
                    </a:lnTo>
                    <a:lnTo>
                      <a:pt x="2779588" y="2780320"/>
                    </a:lnTo>
                    <a:lnTo>
                      <a:pt x="2779588" y="2784329"/>
                    </a:lnTo>
                    <a:lnTo>
                      <a:pt x="0" y="2784329"/>
                    </a:lnTo>
                    <a:lnTo>
                      <a:pt x="0" y="1703378"/>
                    </a:lnTo>
                    <a:lnTo>
                      <a:pt x="1702222" y="1703378"/>
                    </a:lnTo>
                    <a:lnTo>
                      <a:pt x="1703379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sz="1400" noProof="0" dirty="0"/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D0C5B4DC-EE84-379C-1D8A-84811B5BED98}"/>
                </a:ext>
              </a:extLst>
            </p:cNvPr>
            <p:cNvGrpSpPr/>
            <p:nvPr/>
          </p:nvGrpSpPr>
          <p:grpSpPr>
            <a:xfrm flipV="1">
              <a:off x="18026004" y="9207055"/>
              <a:ext cx="762004" cy="178588"/>
              <a:chOff x="2163158" y="1857410"/>
              <a:chExt cx="540473" cy="164188"/>
            </a:xfrm>
          </p:grpSpPr>
          <p:sp>
            <p:nvSpPr>
              <p:cNvPr id="30" name="Forma libre: forma 29">
                <a:extLst>
                  <a:ext uri="{FF2B5EF4-FFF2-40B4-BE49-F238E27FC236}">
                    <a16:creationId xmlns:a16="http://schemas.microsoft.com/office/drawing/2014/main" id="{CE922269-E91E-07B1-5206-A8FADF4999C6}"/>
                  </a:ext>
                </a:extLst>
              </p:cNvPr>
              <p:cNvSpPr/>
              <p:nvPr/>
            </p:nvSpPr>
            <p:spPr>
              <a:xfrm rot="18900000">
                <a:off x="2163158" y="1857420"/>
                <a:ext cx="164178" cy="164178"/>
              </a:xfrm>
              <a:custGeom>
                <a:avLst/>
                <a:gdLst>
                  <a:gd name="connsiteX0" fmla="*/ 2784329 w 2784329"/>
                  <a:gd name="connsiteY0" fmla="*/ 734 h 2784329"/>
                  <a:gd name="connsiteX1" fmla="*/ 2782441 w 2784329"/>
                  <a:gd name="connsiteY1" fmla="*/ 2780321 h 2784329"/>
                  <a:gd name="connsiteX2" fmla="*/ 2779588 w 2784329"/>
                  <a:gd name="connsiteY2" fmla="*/ 2780320 h 2784329"/>
                  <a:gd name="connsiteX3" fmla="*/ 2779588 w 2784329"/>
                  <a:gd name="connsiteY3" fmla="*/ 2784329 h 2784329"/>
                  <a:gd name="connsiteX4" fmla="*/ 0 w 2784329"/>
                  <a:gd name="connsiteY4" fmla="*/ 2784329 h 2784329"/>
                  <a:gd name="connsiteX5" fmla="*/ 0 w 2784329"/>
                  <a:gd name="connsiteY5" fmla="*/ 1703378 h 2784329"/>
                  <a:gd name="connsiteX6" fmla="*/ 1702222 w 2784329"/>
                  <a:gd name="connsiteY6" fmla="*/ 1703378 h 2784329"/>
                  <a:gd name="connsiteX7" fmla="*/ 1703379 w 2784329"/>
                  <a:gd name="connsiteY7" fmla="*/ 0 h 27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4329" h="2784329">
                    <a:moveTo>
                      <a:pt x="2784329" y="734"/>
                    </a:moveTo>
                    <a:lnTo>
                      <a:pt x="2782441" y="2780321"/>
                    </a:lnTo>
                    <a:lnTo>
                      <a:pt x="2779588" y="2780320"/>
                    </a:lnTo>
                    <a:lnTo>
                      <a:pt x="2779588" y="2784329"/>
                    </a:lnTo>
                    <a:lnTo>
                      <a:pt x="0" y="2784329"/>
                    </a:lnTo>
                    <a:lnTo>
                      <a:pt x="0" y="1703378"/>
                    </a:lnTo>
                    <a:lnTo>
                      <a:pt x="1702222" y="1703378"/>
                    </a:lnTo>
                    <a:lnTo>
                      <a:pt x="1703379" y="0"/>
                    </a:lnTo>
                    <a:close/>
                  </a:path>
                </a:pathLst>
              </a:custGeom>
              <a:solidFill>
                <a:srgbClr val="F694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sz="1400" noProof="0" dirty="0"/>
              </a:p>
            </p:txBody>
          </p:sp>
          <p:sp>
            <p:nvSpPr>
              <p:cNvPr id="31" name="Forma libre: forma 30">
                <a:extLst>
                  <a:ext uri="{FF2B5EF4-FFF2-40B4-BE49-F238E27FC236}">
                    <a16:creationId xmlns:a16="http://schemas.microsoft.com/office/drawing/2014/main" id="{825B4693-46B9-9ECE-3138-839366C9CF16}"/>
                  </a:ext>
                </a:extLst>
              </p:cNvPr>
              <p:cNvSpPr/>
              <p:nvPr/>
            </p:nvSpPr>
            <p:spPr>
              <a:xfrm rot="18900000">
                <a:off x="2351307" y="1857412"/>
                <a:ext cx="164179" cy="164179"/>
              </a:xfrm>
              <a:custGeom>
                <a:avLst/>
                <a:gdLst>
                  <a:gd name="connsiteX0" fmla="*/ 2784329 w 2784329"/>
                  <a:gd name="connsiteY0" fmla="*/ 734 h 2784329"/>
                  <a:gd name="connsiteX1" fmla="*/ 2782441 w 2784329"/>
                  <a:gd name="connsiteY1" fmla="*/ 2780321 h 2784329"/>
                  <a:gd name="connsiteX2" fmla="*/ 2779588 w 2784329"/>
                  <a:gd name="connsiteY2" fmla="*/ 2780320 h 2784329"/>
                  <a:gd name="connsiteX3" fmla="*/ 2779588 w 2784329"/>
                  <a:gd name="connsiteY3" fmla="*/ 2784329 h 2784329"/>
                  <a:gd name="connsiteX4" fmla="*/ 0 w 2784329"/>
                  <a:gd name="connsiteY4" fmla="*/ 2784329 h 2784329"/>
                  <a:gd name="connsiteX5" fmla="*/ 0 w 2784329"/>
                  <a:gd name="connsiteY5" fmla="*/ 1703378 h 2784329"/>
                  <a:gd name="connsiteX6" fmla="*/ 1702222 w 2784329"/>
                  <a:gd name="connsiteY6" fmla="*/ 1703378 h 2784329"/>
                  <a:gd name="connsiteX7" fmla="*/ 1703379 w 2784329"/>
                  <a:gd name="connsiteY7" fmla="*/ 0 h 27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4329" h="2784329">
                    <a:moveTo>
                      <a:pt x="2784329" y="734"/>
                    </a:moveTo>
                    <a:lnTo>
                      <a:pt x="2782441" y="2780321"/>
                    </a:lnTo>
                    <a:lnTo>
                      <a:pt x="2779588" y="2780320"/>
                    </a:lnTo>
                    <a:lnTo>
                      <a:pt x="2779588" y="2784329"/>
                    </a:lnTo>
                    <a:lnTo>
                      <a:pt x="0" y="2784329"/>
                    </a:lnTo>
                    <a:lnTo>
                      <a:pt x="0" y="1703378"/>
                    </a:lnTo>
                    <a:lnTo>
                      <a:pt x="1702222" y="1703378"/>
                    </a:lnTo>
                    <a:lnTo>
                      <a:pt x="1703379" y="0"/>
                    </a:lnTo>
                    <a:close/>
                  </a:path>
                </a:pathLst>
              </a:custGeom>
              <a:solidFill>
                <a:srgbClr val="015E6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sz="1400" noProof="0" dirty="0"/>
              </a:p>
            </p:txBody>
          </p:sp>
          <p:sp>
            <p:nvSpPr>
              <p:cNvPr id="32" name="Forma libre: forma 31">
                <a:extLst>
                  <a:ext uri="{FF2B5EF4-FFF2-40B4-BE49-F238E27FC236}">
                    <a16:creationId xmlns:a16="http://schemas.microsoft.com/office/drawing/2014/main" id="{E3053C64-BCC9-F4DA-1B77-7FF1B84AC995}"/>
                  </a:ext>
                </a:extLst>
              </p:cNvPr>
              <p:cNvSpPr/>
              <p:nvPr/>
            </p:nvSpPr>
            <p:spPr>
              <a:xfrm rot="18900000">
                <a:off x="2539452" y="1857410"/>
                <a:ext cx="164179" cy="164179"/>
              </a:xfrm>
              <a:custGeom>
                <a:avLst/>
                <a:gdLst>
                  <a:gd name="connsiteX0" fmla="*/ 2784329 w 2784329"/>
                  <a:gd name="connsiteY0" fmla="*/ 734 h 2784329"/>
                  <a:gd name="connsiteX1" fmla="*/ 2782441 w 2784329"/>
                  <a:gd name="connsiteY1" fmla="*/ 2780321 h 2784329"/>
                  <a:gd name="connsiteX2" fmla="*/ 2779588 w 2784329"/>
                  <a:gd name="connsiteY2" fmla="*/ 2780320 h 2784329"/>
                  <a:gd name="connsiteX3" fmla="*/ 2779588 w 2784329"/>
                  <a:gd name="connsiteY3" fmla="*/ 2784329 h 2784329"/>
                  <a:gd name="connsiteX4" fmla="*/ 0 w 2784329"/>
                  <a:gd name="connsiteY4" fmla="*/ 2784329 h 2784329"/>
                  <a:gd name="connsiteX5" fmla="*/ 0 w 2784329"/>
                  <a:gd name="connsiteY5" fmla="*/ 1703378 h 2784329"/>
                  <a:gd name="connsiteX6" fmla="*/ 1702222 w 2784329"/>
                  <a:gd name="connsiteY6" fmla="*/ 1703378 h 2784329"/>
                  <a:gd name="connsiteX7" fmla="*/ 1703379 w 2784329"/>
                  <a:gd name="connsiteY7" fmla="*/ 0 h 27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4329" h="2784329">
                    <a:moveTo>
                      <a:pt x="2784329" y="734"/>
                    </a:moveTo>
                    <a:lnTo>
                      <a:pt x="2782441" y="2780321"/>
                    </a:lnTo>
                    <a:lnTo>
                      <a:pt x="2779588" y="2780320"/>
                    </a:lnTo>
                    <a:lnTo>
                      <a:pt x="2779588" y="2784329"/>
                    </a:lnTo>
                    <a:lnTo>
                      <a:pt x="0" y="2784329"/>
                    </a:lnTo>
                    <a:lnTo>
                      <a:pt x="0" y="1703378"/>
                    </a:lnTo>
                    <a:lnTo>
                      <a:pt x="1702222" y="1703378"/>
                    </a:lnTo>
                    <a:lnTo>
                      <a:pt x="1703379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sz="1400" noProof="0" dirty="0"/>
              </a:p>
            </p:txBody>
          </p:sp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6A29F599-3EC5-2138-1F6B-2D3AF1BB70E9}"/>
                </a:ext>
              </a:extLst>
            </p:cNvPr>
            <p:cNvGrpSpPr/>
            <p:nvPr/>
          </p:nvGrpSpPr>
          <p:grpSpPr>
            <a:xfrm>
              <a:off x="14063561" y="8092641"/>
              <a:ext cx="4191000" cy="3123737"/>
              <a:chOff x="7731364" y="8021083"/>
              <a:chExt cx="4191000" cy="3123737"/>
            </a:xfrm>
          </p:grpSpPr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79FAD16-D5BE-88AE-807E-EF6109926ED3}"/>
                  </a:ext>
                </a:extLst>
              </p:cNvPr>
              <p:cNvSpPr txBox="1"/>
              <p:nvPr/>
            </p:nvSpPr>
            <p:spPr>
              <a:xfrm>
                <a:off x="7731364" y="10463342"/>
                <a:ext cx="4191000" cy="681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PE" sz="1600" noProof="0" dirty="0"/>
                  <a:t>Validación de datos</a:t>
                </a:r>
              </a:p>
            </p:txBody>
          </p:sp>
          <p:pic>
            <p:nvPicPr>
              <p:cNvPr id="29" name="Imagen 28">
                <a:extLst>
                  <a:ext uri="{FF2B5EF4-FFF2-40B4-BE49-F238E27FC236}">
                    <a16:creationId xmlns:a16="http://schemas.microsoft.com/office/drawing/2014/main" id="{55AB0506-CA22-197E-D928-8A057FD851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18543" t="11003" r="22164" b="6645"/>
              <a:stretch/>
            </p:blipFill>
            <p:spPr>
              <a:xfrm>
                <a:off x="8480645" y="8021083"/>
                <a:ext cx="3097047" cy="2338722"/>
              </a:xfrm>
              <a:prstGeom prst="rect">
                <a:avLst/>
              </a:prstGeom>
              <a:ln w="38100" cap="sq">
                <a:solidFill>
                  <a:schemeClr val="accent1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</p:grp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2038BE3D-CE16-077E-F045-DAEB08D5D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238846" y="7790348"/>
              <a:ext cx="1722162" cy="1722162"/>
            </a:xfrm>
            <a:prstGeom prst="rect">
              <a:avLst/>
            </a:prstGeom>
            <a:ln w="38100" cap="sq">
              <a:solidFill>
                <a:schemeClr val="accent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ABF6BD21-CD02-84A5-EFF3-5C5221FD55A5}"/>
              </a:ext>
            </a:extLst>
          </p:cNvPr>
          <p:cNvGrpSpPr/>
          <p:nvPr/>
        </p:nvGrpSpPr>
        <p:grpSpPr>
          <a:xfrm>
            <a:off x="560614" y="2557075"/>
            <a:ext cx="4858114" cy="2039760"/>
            <a:chOff x="2593360" y="4977121"/>
            <a:chExt cx="5432327" cy="2120176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0DB4E8E3-80B4-4DD6-E54D-3CE2CE2D9F3B}"/>
                </a:ext>
              </a:extLst>
            </p:cNvPr>
            <p:cNvSpPr txBox="1"/>
            <p:nvPr/>
          </p:nvSpPr>
          <p:spPr>
            <a:xfrm>
              <a:off x="2593360" y="4977121"/>
              <a:ext cx="5432327" cy="607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rtl="0">
                <a:buClr>
                  <a:srgbClr val="00BE4A"/>
                </a:buClr>
              </a:pPr>
              <a:r>
                <a:rPr lang="es-PE" sz="1600" noProof="0" dirty="0"/>
                <a:t>Establecer el estándar en HSEQ para que las empresas contratistas puedan desarrollar sus servicios 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CE4BC363-0DBC-772E-DB44-6509B7EAE83B}"/>
                </a:ext>
              </a:extLst>
            </p:cNvPr>
            <p:cNvSpPr txBox="1"/>
            <p:nvPr/>
          </p:nvSpPr>
          <p:spPr>
            <a:xfrm>
              <a:off x="2818849" y="6154679"/>
              <a:ext cx="2470717" cy="383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rtl="0">
                <a:buClr>
                  <a:srgbClr val="00BE4A"/>
                </a:buClr>
              </a:pPr>
              <a:r>
                <a:rPr lang="es-PE" noProof="0" dirty="0"/>
                <a:t>Validación en campo</a:t>
              </a:r>
            </a:p>
          </p:txBody>
        </p: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A21507FA-7307-CA19-CC76-9BE2094F5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5449370" y="5698375"/>
              <a:ext cx="1353205" cy="1398922"/>
            </a:xfrm>
            <a:prstGeom prst="rect">
              <a:avLst/>
            </a:prstGeom>
            <a:ln w="38100" cap="sq">
              <a:solidFill>
                <a:schemeClr val="accent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E051354E-FC04-C1C2-06FC-110440DBB9F4}"/>
              </a:ext>
            </a:extLst>
          </p:cNvPr>
          <p:cNvGrpSpPr/>
          <p:nvPr/>
        </p:nvGrpSpPr>
        <p:grpSpPr>
          <a:xfrm>
            <a:off x="6248311" y="1281023"/>
            <a:ext cx="5107234" cy="906152"/>
            <a:chOff x="1328382" y="3377786"/>
            <a:chExt cx="6934322" cy="1337475"/>
          </a:xfrm>
        </p:grpSpPr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9E81A631-5B5C-D7EC-6B72-D8F06C7D7E42}"/>
                </a:ext>
              </a:extLst>
            </p:cNvPr>
            <p:cNvSpPr/>
            <p:nvPr/>
          </p:nvSpPr>
          <p:spPr>
            <a:xfrm>
              <a:off x="1328382" y="3377786"/>
              <a:ext cx="6934322" cy="1337475"/>
            </a:xfrm>
            <a:custGeom>
              <a:avLst/>
              <a:gdLst>
                <a:gd name="connsiteX0" fmla="*/ 854010 w 7044414"/>
                <a:gd name="connsiteY0" fmla="*/ 188086 h 1801860"/>
                <a:gd name="connsiteX1" fmla="*/ 154295 w 7044414"/>
                <a:gd name="connsiteY1" fmla="*/ 920509 h 1801860"/>
                <a:gd name="connsiteX2" fmla="*/ 854010 w 7044414"/>
                <a:gd name="connsiteY2" fmla="*/ 1652932 h 1801860"/>
                <a:gd name="connsiteX3" fmla="*/ 1553725 w 7044414"/>
                <a:gd name="connsiteY3" fmla="*/ 920509 h 1801860"/>
                <a:gd name="connsiteX4" fmla="*/ 854010 w 7044414"/>
                <a:gd name="connsiteY4" fmla="*/ 188086 h 1801860"/>
                <a:gd name="connsiteX5" fmla="*/ 890531 w 7044414"/>
                <a:gd name="connsiteY5" fmla="*/ 0 h 1801860"/>
                <a:gd name="connsiteX6" fmla="*/ 940811 w 7044414"/>
                <a:gd name="connsiteY6" fmla="*/ 2569 h 1801860"/>
                <a:gd name="connsiteX7" fmla="*/ 940811 w 7044414"/>
                <a:gd name="connsiteY7" fmla="*/ 1 h 1801860"/>
                <a:gd name="connsiteX8" fmla="*/ 7044414 w 7044414"/>
                <a:gd name="connsiteY8" fmla="*/ 1 h 1801860"/>
                <a:gd name="connsiteX9" fmla="*/ 7044414 w 7044414"/>
                <a:gd name="connsiteY9" fmla="*/ 1128803 h 1801860"/>
                <a:gd name="connsiteX10" fmla="*/ 7043276 w 7044414"/>
                <a:gd name="connsiteY10" fmla="*/ 1162395 h 1801860"/>
                <a:gd name="connsiteX11" fmla="*/ 7039896 w 7044414"/>
                <a:gd name="connsiteY11" fmla="*/ 1195560 h 1801860"/>
                <a:gd name="connsiteX12" fmla="*/ 7034328 w 7044414"/>
                <a:gd name="connsiteY12" fmla="*/ 1228262 h 1801860"/>
                <a:gd name="connsiteX13" fmla="*/ 7026624 w 7044414"/>
                <a:gd name="connsiteY13" fmla="*/ 1260459 h 1801860"/>
                <a:gd name="connsiteX14" fmla="*/ 7016840 w 7044414"/>
                <a:gd name="connsiteY14" fmla="*/ 1292114 h 1801860"/>
                <a:gd name="connsiteX15" fmla="*/ 7005026 w 7044414"/>
                <a:gd name="connsiteY15" fmla="*/ 1323189 h 1801860"/>
                <a:gd name="connsiteX16" fmla="*/ 6991239 w 7044414"/>
                <a:gd name="connsiteY16" fmla="*/ 1353645 h 1801860"/>
                <a:gd name="connsiteX17" fmla="*/ 6975529 w 7044414"/>
                <a:gd name="connsiteY17" fmla="*/ 1383443 h 1801860"/>
                <a:gd name="connsiteX18" fmla="*/ 6957950 w 7044414"/>
                <a:gd name="connsiteY18" fmla="*/ 1412545 h 1801860"/>
                <a:gd name="connsiteX19" fmla="*/ 6938558 w 7044414"/>
                <a:gd name="connsiteY19" fmla="*/ 1440912 h 1801860"/>
                <a:gd name="connsiteX20" fmla="*/ 6917402 w 7044414"/>
                <a:gd name="connsiteY20" fmla="*/ 1468506 h 1801860"/>
                <a:gd name="connsiteX21" fmla="*/ 6894538 w 7044414"/>
                <a:gd name="connsiteY21" fmla="*/ 1495288 h 1801860"/>
                <a:gd name="connsiteX22" fmla="*/ 6870019 w 7044414"/>
                <a:gd name="connsiteY22" fmla="*/ 1521219 h 1801860"/>
                <a:gd name="connsiteX23" fmla="*/ 6843898 w 7044414"/>
                <a:gd name="connsiteY23" fmla="*/ 1546261 h 1801860"/>
                <a:gd name="connsiteX24" fmla="*/ 6816229 w 7044414"/>
                <a:gd name="connsiteY24" fmla="*/ 1570376 h 1801860"/>
                <a:gd name="connsiteX25" fmla="*/ 6787064 w 7044414"/>
                <a:gd name="connsiteY25" fmla="*/ 1593525 h 1801860"/>
                <a:gd name="connsiteX26" fmla="*/ 6756458 w 7044414"/>
                <a:gd name="connsiteY26" fmla="*/ 1615668 h 1801860"/>
                <a:gd name="connsiteX27" fmla="*/ 6724462 w 7044414"/>
                <a:gd name="connsiteY27" fmla="*/ 1636769 h 1801860"/>
                <a:gd name="connsiteX28" fmla="*/ 6691131 w 7044414"/>
                <a:gd name="connsiteY28" fmla="*/ 1656788 h 1801860"/>
                <a:gd name="connsiteX29" fmla="*/ 6656519 w 7044414"/>
                <a:gd name="connsiteY29" fmla="*/ 1675686 h 1801860"/>
                <a:gd name="connsiteX30" fmla="*/ 6620677 w 7044414"/>
                <a:gd name="connsiteY30" fmla="*/ 1693425 h 1801860"/>
                <a:gd name="connsiteX31" fmla="*/ 6583659 w 7044414"/>
                <a:gd name="connsiteY31" fmla="*/ 1709967 h 1801860"/>
                <a:gd name="connsiteX32" fmla="*/ 6545519 w 7044414"/>
                <a:gd name="connsiteY32" fmla="*/ 1725272 h 1801860"/>
                <a:gd name="connsiteX33" fmla="*/ 6506310 w 7044414"/>
                <a:gd name="connsiteY33" fmla="*/ 1739303 h 1801860"/>
                <a:gd name="connsiteX34" fmla="*/ 6466086 w 7044414"/>
                <a:gd name="connsiteY34" fmla="*/ 1752021 h 1801860"/>
                <a:gd name="connsiteX35" fmla="*/ 6424899 w 7044414"/>
                <a:gd name="connsiteY35" fmla="*/ 1763387 h 1801860"/>
                <a:gd name="connsiteX36" fmla="*/ 6382804 w 7044414"/>
                <a:gd name="connsiteY36" fmla="*/ 1773362 h 1801860"/>
                <a:gd name="connsiteX37" fmla="*/ 6339852 w 7044414"/>
                <a:gd name="connsiteY37" fmla="*/ 1781909 h 1801860"/>
                <a:gd name="connsiteX38" fmla="*/ 6296099 w 7044414"/>
                <a:gd name="connsiteY38" fmla="*/ 1788988 h 1801860"/>
                <a:gd name="connsiteX39" fmla="*/ 6251595 w 7044414"/>
                <a:gd name="connsiteY39" fmla="*/ 1794561 h 1801860"/>
                <a:gd name="connsiteX40" fmla="*/ 6206397 w 7044414"/>
                <a:gd name="connsiteY40" fmla="*/ 1798590 h 1801860"/>
                <a:gd name="connsiteX41" fmla="*/ 6160555 w 7044414"/>
                <a:gd name="connsiteY41" fmla="*/ 1801035 h 1801860"/>
                <a:gd name="connsiteX42" fmla="*/ 6114125 w 7044414"/>
                <a:gd name="connsiteY42" fmla="*/ 1801859 h 1801860"/>
                <a:gd name="connsiteX43" fmla="*/ 940811 w 7044414"/>
                <a:gd name="connsiteY43" fmla="*/ 1801859 h 1801860"/>
                <a:gd name="connsiteX44" fmla="*/ 940811 w 7044414"/>
                <a:gd name="connsiteY44" fmla="*/ 1799292 h 1801860"/>
                <a:gd name="connsiteX45" fmla="*/ 890531 w 7044414"/>
                <a:gd name="connsiteY45" fmla="*/ 1801860 h 1801860"/>
                <a:gd name="connsiteX46" fmla="*/ 0 w 7044414"/>
                <a:gd name="connsiteY46" fmla="*/ 900930 h 1801860"/>
                <a:gd name="connsiteX47" fmla="*/ 890531 w 7044414"/>
                <a:gd name="connsiteY47" fmla="*/ 0 h 1801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044414" h="1801860">
                  <a:moveTo>
                    <a:pt x="854010" y="188086"/>
                  </a:moveTo>
                  <a:cubicBezTo>
                    <a:pt x="467568" y="188086"/>
                    <a:pt x="154295" y="516003"/>
                    <a:pt x="154295" y="920509"/>
                  </a:cubicBezTo>
                  <a:cubicBezTo>
                    <a:pt x="154295" y="1325015"/>
                    <a:pt x="467568" y="1652932"/>
                    <a:pt x="854010" y="1652932"/>
                  </a:cubicBezTo>
                  <a:cubicBezTo>
                    <a:pt x="1240452" y="1652932"/>
                    <a:pt x="1553725" y="1325015"/>
                    <a:pt x="1553725" y="920509"/>
                  </a:cubicBezTo>
                  <a:cubicBezTo>
                    <a:pt x="1553725" y="516003"/>
                    <a:pt x="1240452" y="188086"/>
                    <a:pt x="854010" y="188086"/>
                  </a:cubicBezTo>
                  <a:close/>
                  <a:moveTo>
                    <a:pt x="890531" y="0"/>
                  </a:moveTo>
                  <a:lnTo>
                    <a:pt x="940811" y="2569"/>
                  </a:lnTo>
                  <a:lnTo>
                    <a:pt x="940811" y="1"/>
                  </a:lnTo>
                  <a:lnTo>
                    <a:pt x="7044414" y="1"/>
                  </a:lnTo>
                  <a:lnTo>
                    <a:pt x="7044414" y="1128803"/>
                  </a:lnTo>
                  <a:lnTo>
                    <a:pt x="7043276" y="1162395"/>
                  </a:lnTo>
                  <a:lnTo>
                    <a:pt x="7039896" y="1195560"/>
                  </a:lnTo>
                  <a:lnTo>
                    <a:pt x="7034328" y="1228262"/>
                  </a:lnTo>
                  <a:lnTo>
                    <a:pt x="7026624" y="1260459"/>
                  </a:lnTo>
                  <a:lnTo>
                    <a:pt x="7016840" y="1292114"/>
                  </a:lnTo>
                  <a:lnTo>
                    <a:pt x="7005026" y="1323189"/>
                  </a:lnTo>
                  <a:lnTo>
                    <a:pt x="6991239" y="1353645"/>
                  </a:lnTo>
                  <a:lnTo>
                    <a:pt x="6975529" y="1383443"/>
                  </a:lnTo>
                  <a:lnTo>
                    <a:pt x="6957950" y="1412545"/>
                  </a:lnTo>
                  <a:lnTo>
                    <a:pt x="6938558" y="1440912"/>
                  </a:lnTo>
                  <a:lnTo>
                    <a:pt x="6917402" y="1468506"/>
                  </a:lnTo>
                  <a:lnTo>
                    <a:pt x="6894538" y="1495288"/>
                  </a:lnTo>
                  <a:lnTo>
                    <a:pt x="6870019" y="1521219"/>
                  </a:lnTo>
                  <a:lnTo>
                    <a:pt x="6843898" y="1546261"/>
                  </a:lnTo>
                  <a:lnTo>
                    <a:pt x="6816229" y="1570376"/>
                  </a:lnTo>
                  <a:lnTo>
                    <a:pt x="6787064" y="1593525"/>
                  </a:lnTo>
                  <a:lnTo>
                    <a:pt x="6756458" y="1615668"/>
                  </a:lnTo>
                  <a:lnTo>
                    <a:pt x="6724462" y="1636769"/>
                  </a:lnTo>
                  <a:lnTo>
                    <a:pt x="6691131" y="1656788"/>
                  </a:lnTo>
                  <a:lnTo>
                    <a:pt x="6656519" y="1675686"/>
                  </a:lnTo>
                  <a:lnTo>
                    <a:pt x="6620677" y="1693425"/>
                  </a:lnTo>
                  <a:lnTo>
                    <a:pt x="6583659" y="1709967"/>
                  </a:lnTo>
                  <a:lnTo>
                    <a:pt x="6545519" y="1725272"/>
                  </a:lnTo>
                  <a:lnTo>
                    <a:pt x="6506310" y="1739303"/>
                  </a:lnTo>
                  <a:lnTo>
                    <a:pt x="6466086" y="1752021"/>
                  </a:lnTo>
                  <a:lnTo>
                    <a:pt x="6424899" y="1763387"/>
                  </a:lnTo>
                  <a:lnTo>
                    <a:pt x="6382804" y="1773362"/>
                  </a:lnTo>
                  <a:lnTo>
                    <a:pt x="6339852" y="1781909"/>
                  </a:lnTo>
                  <a:lnTo>
                    <a:pt x="6296099" y="1788988"/>
                  </a:lnTo>
                  <a:lnTo>
                    <a:pt x="6251595" y="1794561"/>
                  </a:lnTo>
                  <a:lnTo>
                    <a:pt x="6206397" y="1798590"/>
                  </a:lnTo>
                  <a:lnTo>
                    <a:pt x="6160555" y="1801035"/>
                  </a:lnTo>
                  <a:lnTo>
                    <a:pt x="6114125" y="1801859"/>
                  </a:lnTo>
                  <a:lnTo>
                    <a:pt x="940811" y="1801859"/>
                  </a:lnTo>
                  <a:lnTo>
                    <a:pt x="940811" y="1799292"/>
                  </a:lnTo>
                  <a:lnTo>
                    <a:pt x="890531" y="1801860"/>
                  </a:lnTo>
                  <a:cubicBezTo>
                    <a:pt x="398704" y="1801860"/>
                    <a:pt x="0" y="1398500"/>
                    <a:pt x="0" y="900930"/>
                  </a:cubicBezTo>
                  <a:cubicBezTo>
                    <a:pt x="0" y="403360"/>
                    <a:pt x="398704" y="0"/>
                    <a:pt x="890531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PE" noProof="0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E3A878AA-6004-4E27-8D25-FD19E070F425}"/>
                </a:ext>
              </a:extLst>
            </p:cNvPr>
            <p:cNvSpPr txBox="1"/>
            <p:nvPr/>
          </p:nvSpPr>
          <p:spPr>
            <a:xfrm>
              <a:off x="2938236" y="3586952"/>
              <a:ext cx="4964108" cy="8631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s-PE" sz="16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HSEQ.PE.001 – Requisitos HSEQ para acreditación y accesos</a:t>
              </a:r>
            </a:p>
          </p:txBody>
        </p:sp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D41B3AD-C336-5EF7-DE32-1E36F6433E5C}"/>
              </a:ext>
            </a:extLst>
          </p:cNvPr>
          <p:cNvCxnSpPr>
            <a:cxnSpLocks/>
          </p:cNvCxnSpPr>
          <p:nvPr/>
        </p:nvCxnSpPr>
        <p:spPr>
          <a:xfrm flipH="1" flipV="1">
            <a:off x="5766270" y="1186587"/>
            <a:ext cx="61563" cy="439359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456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6A2FD-D6D8-A14F-3797-37636B5C36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06676"/>
            <a:ext cx="7983415" cy="819150"/>
          </a:xfrm>
        </p:spPr>
        <p:txBody>
          <a:bodyPr>
            <a:norm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PE" sz="3200" b="1" u="sng" noProof="0" dirty="0">
                <a:solidFill>
                  <a:schemeClr val="accent1"/>
                </a:solidFill>
              </a:rPr>
              <a:t>Requisitos HSEQ </a:t>
            </a:r>
            <a:r>
              <a:rPr lang="es-PE" sz="3200" b="1" u="sng" noProof="0" dirty="0">
                <a:solidFill>
                  <a:srgbClr val="000000"/>
                </a:solidFill>
              </a:rPr>
              <a:t>para acreditación y accesos</a:t>
            </a:r>
            <a:endParaRPr lang="es-PE" sz="3200" u="sng" noProof="0" dirty="0"/>
          </a:p>
        </p:txBody>
      </p:sp>
      <p:pic>
        <p:nvPicPr>
          <p:cNvPr id="4" name="Imagen 3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6EFC7DAA-7C99-1C57-66BB-FCB8C0D36A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0264" r="4344" b="40407"/>
          <a:stretch/>
        </p:blipFill>
        <p:spPr>
          <a:xfrm>
            <a:off x="9859262" y="174168"/>
            <a:ext cx="2042769" cy="437240"/>
          </a:xfrm>
          <a:prstGeom prst="rect">
            <a:avLst/>
          </a:prstGeom>
        </p:spPr>
      </p:pic>
      <p:pic>
        <p:nvPicPr>
          <p:cNvPr id="6" name="object 32">
            <a:extLst>
              <a:ext uri="{FF2B5EF4-FFF2-40B4-BE49-F238E27FC236}">
                <a16:creationId xmlns:a16="http://schemas.microsoft.com/office/drawing/2014/main" id="{17B12E08-D488-A8D3-75F5-EC70F42831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1573" y="9758907"/>
            <a:ext cx="86227" cy="8623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A4B9255-9193-5A12-5721-03ED3A8F9BD1}"/>
              </a:ext>
            </a:extLst>
          </p:cNvPr>
          <p:cNvSpPr txBox="1"/>
          <p:nvPr/>
        </p:nvSpPr>
        <p:spPr>
          <a:xfrm>
            <a:off x="357836" y="1419813"/>
            <a:ext cx="6627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lphaUcPeriod"/>
            </a:pPr>
            <a:r>
              <a:rPr lang="es-PE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 de Empresas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F46543-F1CB-544B-4067-0F682370DDE3}"/>
              </a:ext>
            </a:extLst>
          </p:cNvPr>
          <p:cNvSpPr txBox="1"/>
          <p:nvPr/>
        </p:nvSpPr>
        <p:spPr>
          <a:xfrm>
            <a:off x="5278347" y="1025826"/>
            <a:ext cx="5544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Requisito de Trabajadores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01961A4-02C1-4275-D0FD-F9389306F8AB}"/>
              </a:ext>
            </a:extLst>
          </p:cNvPr>
          <p:cNvSpPr txBox="1"/>
          <p:nvPr/>
        </p:nvSpPr>
        <p:spPr>
          <a:xfrm>
            <a:off x="406065" y="3717794"/>
            <a:ext cx="4872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14350" indent="-514350" algn="just">
              <a:buFont typeface="+mj-lt"/>
              <a:buAutoNum type="alphaUcPeriod"/>
              <a:defRPr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>
              <a:buNone/>
            </a:pPr>
            <a:r>
              <a:rPr lang="es-PE" noProof="0" dirty="0"/>
              <a:t>C. Requisito de Vehículos y Maquinarias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9856D1-0521-FFC1-D2F4-392349999C9B}"/>
              </a:ext>
            </a:extLst>
          </p:cNvPr>
          <p:cNvSpPr txBox="1"/>
          <p:nvPr/>
        </p:nvSpPr>
        <p:spPr>
          <a:xfrm>
            <a:off x="357836" y="1861787"/>
            <a:ext cx="44826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buClr>
                <a:srgbClr val="00BE4A"/>
              </a:buClr>
            </a:lvl1pPr>
          </a:lstStyle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RISST/ PASST/ IPERC/ Plan de Emergencia/ CSST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Plan de Manejo Ambiental / Calidad / Plan Seguridad Vial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Matriz de impactos ambientales (Matriz IEAA)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B46D8FD-5C44-81B8-B33D-18F5EB3D2F20}"/>
              </a:ext>
            </a:extLst>
          </p:cNvPr>
          <p:cNvSpPr txBox="1"/>
          <p:nvPr/>
        </p:nvSpPr>
        <p:spPr>
          <a:xfrm>
            <a:off x="5278347" y="1508854"/>
            <a:ext cx="637439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buClr>
                <a:srgbClr val="00BE4A"/>
              </a:buClr>
            </a:lvl1pPr>
          </a:lstStyle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Requisitos específicos según el perfil de puesto deberán ser dadas por entidades externas y la vigencia será de 2 años.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Póliza SCTR, Salud y Pensión vigente (Aplicable a trabajadores peruanos y extranjeros)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Evaluación de supervisores y responsables de trabajo para ORYGEN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Curso de Seguridad y Salud en el Trabajo brindado por una institución acreditada.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Resultado de Aptitud Medica Ocupacional, emitido por un centro de salud acreditado por DIGESA.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500" noProof="0" dirty="0"/>
              <a:t>Otros documentos de requerimiento legal.</a:t>
            </a:r>
          </a:p>
          <a:p>
            <a:endParaRPr lang="es-PE" sz="1600" noProof="0" dirty="0"/>
          </a:p>
          <a:p>
            <a:endParaRPr lang="es-PE" sz="1600" noProof="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A70FBEC-6452-7176-DC7D-C2ADF8970727}"/>
              </a:ext>
            </a:extLst>
          </p:cNvPr>
          <p:cNvSpPr txBox="1"/>
          <p:nvPr/>
        </p:nvSpPr>
        <p:spPr>
          <a:xfrm>
            <a:off x="406065" y="4336225"/>
            <a:ext cx="4524669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  <a:defRPr sz="1600"/>
            </a:lvl1pPr>
          </a:lstStyle>
          <a:p>
            <a:r>
              <a:rPr lang="es-PE" sz="1500" noProof="0" dirty="0"/>
              <a:t>SOAT / Inspección vehicular/ Póliza TREC/ Tarjeta de propiedad</a:t>
            </a:r>
          </a:p>
          <a:p>
            <a:r>
              <a:rPr lang="es-PE" sz="1500" noProof="0" dirty="0"/>
              <a:t>Permiso especial para el transporte de mercadería, en caso corresponda</a:t>
            </a:r>
          </a:p>
          <a:p>
            <a:r>
              <a:rPr lang="es-PE" sz="1500" noProof="0" dirty="0"/>
              <a:t>Inspección previa del vehículo y/o maquinaria</a:t>
            </a:r>
          </a:p>
          <a:p>
            <a:r>
              <a:rPr lang="es-PE" sz="1500" noProof="0" dirty="0"/>
              <a:t>Certificado de operatividad</a:t>
            </a:r>
          </a:p>
          <a:p>
            <a:r>
              <a:rPr lang="es-PE" sz="1500" noProof="0" dirty="0"/>
              <a:t>Programa de mantenimiento preventivo.</a:t>
            </a:r>
          </a:p>
          <a:p>
            <a:endParaRPr lang="es-PE" noProof="0" dirty="0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041A7DC5-4305-F458-3529-2A4DCD5D32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49"/>
          <a:stretch/>
        </p:blipFill>
        <p:spPr>
          <a:xfrm>
            <a:off x="6271846" y="4123934"/>
            <a:ext cx="4186254" cy="2378961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object 23">
            <a:extLst>
              <a:ext uri="{FF2B5EF4-FFF2-40B4-BE49-F238E27FC236}">
                <a16:creationId xmlns:a16="http://schemas.microsoft.com/office/drawing/2014/main" id="{56A3AC05-2725-9CFB-CCB4-F0C836E6A6F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92179" y="4336225"/>
            <a:ext cx="1098392" cy="247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1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6A2FD-D6D8-A14F-3797-37636B5C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13" y="177952"/>
            <a:ext cx="6810221" cy="818480"/>
          </a:xfrm>
        </p:spPr>
        <p:txBody>
          <a:bodyPr>
            <a:norm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PE" sz="3200" b="1" noProof="0" dirty="0">
                <a:solidFill>
                  <a:schemeClr val="accent1"/>
                </a:solidFill>
              </a:rPr>
              <a:t>Requisitos de HSEQ </a:t>
            </a:r>
            <a:r>
              <a:rPr lang="es-PE" sz="3200" b="1" noProof="0" dirty="0">
                <a:solidFill>
                  <a:srgbClr val="000000"/>
                </a:solidFill>
              </a:rPr>
              <a:t>para contratistas</a:t>
            </a:r>
            <a:endParaRPr lang="es-PE" sz="3200" noProof="0" dirty="0"/>
          </a:p>
        </p:txBody>
      </p:sp>
      <p:pic>
        <p:nvPicPr>
          <p:cNvPr id="4" name="Imagen 3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6EFC7DAA-7C99-1C57-66BB-FCB8C0D36A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0264" r="4344" b="40407"/>
          <a:stretch/>
        </p:blipFill>
        <p:spPr>
          <a:xfrm>
            <a:off x="9858580" y="177952"/>
            <a:ext cx="2042769" cy="437240"/>
          </a:xfrm>
          <a:prstGeom prst="rect">
            <a:avLst/>
          </a:prstGeom>
        </p:spPr>
      </p:pic>
      <p:pic>
        <p:nvPicPr>
          <p:cNvPr id="6" name="object 32">
            <a:extLst>
              <a:ext uri="{FF2B5EF4-FFF2-40B4-BE49-F238E27FC236}">
                <a16:creationId xmlns:a16="http://schemas.microsoft.com/office/drawing/2014/main" id="{17B12E08-D488-A8D3-75F5-EC70F42831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1573" y="9758907"/>
            <a:ext cx="86227" cy="86238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DAB316A1-4738-1B3E-CA1A-712A472A31A3}"/>
              </a:ext>
            </a:extLst>
          </p:cNvPr>
          <p:cNvGrpSpPr/>
          <p:nvPr/>
        </p:nvGrpSpPr>
        <p:grpSpPr>
          <a:xfrm>
            <a:off x="1018859" y="1092218"/>
            <a:ext cx="6697032" cy="5498119"/>
            <a:chOff x="669758" y="2986192"/>
            <a:chExt cx="8991599" cy="7158031"/>
          </a:xfrm>
          <a:solidFill>
            <a:schemeClr val="bg1"/>
          </a:solidFill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7068E3AB-003E-D849-64FC-D9578228D078}"/>
                </a:ext>
              </a:extLst>
            </p:cNvPr>
            <p:cNvSpPr/>
            <p:nvPr/>
          </p:nvSpPr>
          <p:spPr>
            <a:xfrm>
              <a:off x="669758" y="2986192"/>
              <a:ext cx="8991599" cy="7158031"/>
            </a:xfrm>
            <a:prstGeom prst="rect">
              <a:avLst/>
            </a:prstGeom>
            <a:grp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noProof="0" dirty="0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29190067-258E-A0C4-DCDF-18F135849ABB}"/>
                </a:ext>
              </a:extLst>
            </p:cNvPr>
            <p:cNvSpPr txBox="1"/>
            <p:nvPr/>
          </p:nvSpPr>
          <p:spPr>
            <a:xfrm>
              <a:off x="971937" y="3122388"/>
              <a:ext cx="7913775" cy="622814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Obligaciones legales generales de Seguridad, Salud, Medio ambiente y calidad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Acreditación HSEQ y acceso al sitio de trabajo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Plan de seguridad y salud en el trabajo (PASST)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Plan de medio ambiente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Plan de calidad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Organización y responsabilidades HSEQ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Política de prohibición de Alcohol y drogas, y prohibición de armas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Formación, toma de conciencia y coordinación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Iniciativas y campañas de toma de conciencia y conducta segura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Vehículos, maquinaria, equipos, herramientas y materiales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Herramientas y equipos	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Requisitos específicos para trabajos de alto riesgo	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Materiales peligrosos	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Protección del Medio Ambiente	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Gestión de respuesta a emergencias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Reporte mensual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Inspección y monitoreo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Auditorias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Reporte de accidentes e incidentes</a:t>
              </a:r>
            </a:p>
            <a:p>
              <a:pPr marL="342900" indent="-342900" algn="just">
                <a:buClr>
                  <a:schemeClr val="accent1"/>
                </a:buClr>
                <a:buFont typeface="Wingdings" panose="05000000000000000000" pitchFamily="2" charset="2"/>
                <a:buChar char="v"/>
              </a:pPr>
              <a:r>
                <a:rPr lang="es-PE" sz="1600" noProof="0" dirty="0"/>
                <a:t>Gestión de consecuencias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E1CB98F-8F99-74FE-F0FB-26BB4EF8B811}"/>
              </a:ext>
            </a:extLst>
          </p:cNvPr>
          <p:cNvSpPr txBox="1"/>
          <p:nvPr/>
        </p:nvSpPr>
        <p:spPr>
          <a:xfrm>
            <a:off x="7824626" y="1166842"/>
            <a:ext cx="40679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El contratista principal es responsable ante ORYGEN, de asegurar el cumplimiento de los requisitos de HSEQ, inclusive la de sus subcontratistas.</a:t>
            </a:r>
          </a:p>
          <a:p>
            <a:pPr marL="342900" indent="-34290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Los contratistas tienen la obligación de presentar toda la información que ORYGEN considere necesaria para evidenciar el cumplimiento legal. </a:t>
            </a:r>
          </a:p>
          <a:p>
            <a:pPr marL="342900" indent="-342900" algn="just" rtl="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La documentación debe encontrarse disponible antes del inicio de cada actividad y considerando a todo el personal (contratista, subcontratista).</a:t>
            </a:r>
          </a:p>
          <a:p>
            <a:pPr marL="342900" indent="-342900" algn="just" rtl="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Cualquier desviación identificada por ORYGEN o por entidades reguladoras o supervisoras del estado peruano serán motivo de penalizaciones de acuerdo con los criterios definidos en el contrato y en el presente documento.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A7C23A-9297-D40F-A082-0B1F0EF163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4" r="25554"/>
          <a:stretch>
            <a:fillRect/>
          </a:stretch>
        </p:blipFill>
        <p:spPr>
          <a:xfrm flipH="1">
            <a:off x="-148220" y="3751378"/>
            <a:ext cx="1628873" cy="310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56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F2C6E316-BC01-7D28-C620-075A45B5B25B}"/>
              </a:ext>
            </a:extLst>
          </p:cNvPr>
          <p:cNvSpPr/>
          <p:nvPr/>
        </p:nvSpPr>
        <p:spPr>
          <a:xfrm>
            <a:off x="10644553" y="6296769"/>
            <a:ext cx="1547447" cy="32316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C6A2FD-D6D8-A14F-3797-37636B5C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17" y="114281"/>
            <a:ext cx="6810221" cy="818480"/>
          </a:xfrm>
        </p:spPr>
        <p:txBody>
          <a:bodyPr>
            <a:norm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PE" sz="3200" b="1" noProof="0" dirty="0">
                <a:solidFill>
                  <a:schemeClr val="accent1"/>
                </a:solidFill>
              </a:rPr>
              <a:t>Requisitos de HSEQ </a:t>
            </a:r>
            <a:r>
              <a:rPr lang="es-PE" sz="3200" b="1" noProof="0" dirty="0">
                <a:solidFill>
                  <a:srgbClr val="000000"/>
                </a:solidFill>
              </a:rPr>
              <a:t>para contratistas</a:t>
            </a:r>
            <a:endParaRPr lang="es-PE" sz="3200" noProof="0" dirty="0"/>
          </a:p>
        </p:txBody>
      </p:sp>
      <p:pic>
        <p:nvPicPr>
          <p:cNvPr id="4" name="Imagen 3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6EFC7DAA-7C99-1C57-66BB-FCB8C0D36A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0264" r="4344" b="40407"/>
          <a:stretch/>
        </p:blipFill>
        <p:spPr>
          <a:xfrm>
            <a:off x="9994614" y="86281"/>
            <a:ext cx="2042769" cy="437240"/>
          </a:xfrm>
          <a:prstGeom prst="rect">
            <a:avLst/>
          </a:prstGeom>
        </p:spPr>
      </p:pic>
      <p:pic>
        <p:nvPicPr>
          <p:cNvPr id="6" name="object 32">
            <a:extLst>
              <a:ext uri="{FF2B5EF4-FFF2-40B4-BE49-F238E27FC236}">
                <a16:creationId xmlns:a16="http://schemas.microsoft.com/office/drawing/2014/main" id="{17B12E08-D488-A8D3-75F5-EC70F42831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1573" y="9758907"/>
            <a:ext cx="86227" cy="8623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C5F5DDC-C658-9D5C-3AD5-7775B8D175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140"/>
          <a:stretch/>
        </p:blipFill>
        <p:spPr>
          <a:xfrm>
            <a:off x="2596441" y="1931273"/>
            <a:ext cx="6999115" cy="2290328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5BBA4ED7-47E0-6806-CCD8-AFE17CAC6A17}"/>
              </a:ext>
            </a:extLst>
          </p:cNvPr>
          <p:cNvGrpSpPr/>
          <p:nvPr/>
        </p:nvGrpSpPr>
        <p:grpSpPr>
          <a:xfrm>
            <a:off x="246185" y="949761"/>
            <a:ext cx="12192000" cy="1124391"/>
            <a:chOff x="495988" y="3571400"/>
            <a:chExt cx="8028658" cy="1256274"/>
          </a:xfrm>
        </p:grpSpPr>
        <p:sp>
          <p:nvSpPr>
            <p:cNvPr id="17" name="Title 20">
              <a:extLst>
                <a:ext uri="{FF2B5EF4-FFF2-40B4-BE49-F238E27FC236}">
                  <a16:creationId xmlns:a16="http://schemas.microsoft.com/office/drawing/2014/main" id="{A6C086AB-EA44-528F-A9BB-99FD8FC8790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95988" y="3571400"/>
              <a:ext cx="8028658" cy="36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>
              <a:spAutoFit/>
            </a:bodyPr>
            <a:lstStyle>
              <a:lvl1pPr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marR="0" lvl="0" algn="just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s-PE" sz="1800" b="1" noProof="0" dirty="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Organización y responsabilidades HSEQ</a:t>
              </a:r>
            </a:p>
          </p:txBody>
        </p:sp>
        <p:sp>
          <p:nvSpPr>
            <p:cNvPr id="19" name="Title 20">
              <a:extLst>
                <a:ext uri="{FF2B5EF4-FFF2-40B4-BE49-F238E27FC236}">
                  <a16:creationId xmlns:a16="http://schemas.microsoft.com/office/drawing/2014/main" id="{8B04C6C0-E72F-F710-ADA1-1ECF17B5B74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95988" y="3899207"/>
              <a:ext cx="7423169" cy="928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0" rIns="0" bIns="0" anchor="ctr">
              <a:spAutoFit/>
            </a:bodyPr>
            <a:lstStyle>
              <a:lvl1pPr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 defTabSz="457200"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marR="0" lvl="0" indent="0" algn="just" defTabSz="914400" fontAlgn="auto">
                <a:spcBef>
                  <a:spcPts val="0"/>
                </a:spcBef>
                <a:spcAft>
                  <a:spcPts val="0"/>
                </a:spcAft>
                <a:buClr>
                  <a:srgbClr val="00BE4A"/>
                </a:buClr>
                <a:buSzTx/>
                <a:buFontTx/>
                <a:buNone/>
                <a:tabLst/>
                <a:defRPr/>
              </a:pPr>
              <a:r>
                <a:rPr lang="es-PE" sz="1800" noProof="0" dirty="0">
                  <a:latin typeface="+mn-lt"/>
                  <a:ea typeface="+mn-ea"/>
                </a:rPr>
                <a:t>El contratista deberá garantizar la presencia en el sitio de un equipo de HSEQ capaz de gestionar todos los aspectos de HSEQ, después de haber considerado el tamaño y la complejidad del proyecto, el número de trabajadores y el nivel de riesgo.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7F17866-6C18-F193-A96B-F659379D2FE6}"/>
              </a:ext>
            </a:extLst>
          </p:cNvPr>
          <p:cNvSpPr txBox="1"/>
          <p:nvPr/>
        </p:nvSpPr>
        <p:spPr>
          <a:xfrm>
            <a:off x="130245" y="4457804"/>
            <a:ext cx="1059924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s-PE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Responsable de HSEQ - Ingeniero colegiado en Salud y Seguridad o ingenierías similares. </a:t>
            </a:r>
          </a:p>
          <a:p>
            <a:pPr algn="just"/>
            <a:endParaRPr lang="es-PE" sz="1000" noProof="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Para E&amp;C: al menos 7 años de experiencia como especialista HSEQ o puestos similares en proyectos de construcción para el sector eléctrico; y al menos 5 años como especialista HSEQ o puestos similares en el sector energía y minería para actividades de riesgo bajo. 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Para O&amp;M : Al menos 7 años de experiencia como especialista HSEQ o similares en empresas del sector eléctrico; y al menos 5 años como especialista HSEQ o puestos similares en el sector energía y minería para actividades de riesgo bajo. 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PE" sz="1600" noProof="0" dirty="0"/>
              <a:t>Certificaciones HSEQ con niveles de especialización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7A01B5-E37F-6AB3-8A2D-8E7823B5C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478" y="3515860"/>
            <a:ext cx="1633277" cy="294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32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0F062E-E6BB-FF48-689F-70303B9A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117" y="1373178"/>
            <a:ext cx="4467792" cy="3060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¿Alguna pregunta?</a:t>
            </a:r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368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Dibujo animado de una persona&#10;&#10;Descripción generada automáticamente con confianza baja">
            <a:extLst>
              <a:ext uri="{FF2B5EF4-FFF2-40B4-BE49-F238E27FC236}">
                <a16:creationId xmlns:a16="http://schemas.microsoft.com/office/drawing/2014/main" id="{F4B7D2FF-A476-353E-F1CD-7394BC015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6" b="90000" l="10000" r="90000">
                        <a14:foregroundMark x1="38906" y1="8906" x2="38906" y2="8906"/>
                        <a14:foregroundMark x1="35938" y1="62187" x2="35938" y2="621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965" y="1373178"/>
            <a:ext cx="4475539" cy="447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70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9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4E7CBC-669C-1D8D-345B-D1F68873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GRACIAS POR SU ATENCIÓN</a:t>
            </a:r>
          </a:p>
        </p:txBody>
      </p:sp>
      <p:sp>
        <p:nvSpPr>
          <p:cNvPr id="5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3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4" name="Straight Connector 3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2664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HBhmJHRKiz5I83tuZnA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RYGEN">
      <a:dk1>
        <a:srgbClr val="131313"/>
      </a:dk1>
      <a:lt1>
        <a:srgbClr val="F2EAE2"/>
      </a:lt1>
      <a:dk2>
        <a:srgbClr val="131313"/>
      </a:dk2>
      <a:lt2>
        <a:srgbClr val="FEFFFF"/>
      </a:lt2>
      <a:accent1>
        <a:srgbClr val="E5621B"/>
      </a:accent1>
      <a:accent2>
        <a:srgbClr val="E9A16B"/>
      </a:accent2>
      <a:accent3>
        <a:srgbClr val="B54A14"/>
      </a:accent3>
      <a:accent4>
        <a:srgbClr val="000000"/>
      </a:accent4>
      <a:accent5>
        <a:srgbClr val="F2EAE2"/>
      </a:accent5>
      <a:accent6>
        <a:srgbClr val="000000"/>
      </a:accent6>
      <a:hlink>
        <a:srgbClr val="E5621B"/>
      </a:hlink>
      <a:folHlink>
        <a:srgbClr val="E9A16B"/>
      </a:folHlink>
    </a:clrScheme>
    <a:fontScheme name="ORYGEN">
      <a:majorFont>
        <a:latin typeface="Aeonik Pro Bold"/>
        <a:ea typeface=""/>
        <a:cs typeface=""/>
      </a:majorFont>
      <a:minorFont>
        <a:latin typeface="Aeonik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8642C735D4ED40855BF91753BB702B" ma:contentTypeVersion="14" ma:contentTypeDescription="Create a new document." ma:contentTypeScope="" ma:versionID="6dd4d9f247cd6340bfafd9c441804573">
  <xsd:schema xmlns:xsd="http://www.w3.org/2001/XMLSchema" xmlns:xs="http://www.w3.org/2001/XMLSchema" xmlns:p="http://schemas.microsoft.com/office/2006/metadata/properties" xmlns:ns2="f5570907-d7c6-4905-a8da-c34c2fec3024" xmlns:ns3="b3f19acd-0343-4792-9ee9-8b5e82769097" targetNamespace="http://schemas.microsoft.com/office/2006/metadata/properties" ma:root="true" ma:fieldsID="036bfffb23235c2ac1be8d1e938bf397" ns2:_="" ns3:_="">
    <xsd:import namespace="f5570907-d7c6-4905-a8da-c34c2fec3024"/>
    <xsd:import namespace="b3f19acd-0343-4792-9ee9-8b5e827690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570907-d7c6-4905-a8da-c34c2fec30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ad204ee-1b85-4dc0-af8f-2ac112003b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f19acd-0343-4792-9ee9-8b5e8276909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b6c4ae0-13c2-4743-aba1-d8aab3127950}" ma:internalName="TaxCatchAll" ma:showField="CatchAllData" ma:web="b3f19acd-0343-4792-9ee9-8b5e827690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3f19acd-0343-4792-9ee9-8b5e82769097" xsi:nil="true"/>
    <lcf76f155ced4ddcb4097134ff3c332f xmlns="f5570907-d7c6-4905-a8da-c34c2fec30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EDE5F4-7C6B-45D5-A38F-CD6A5002BE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0FD0E6-8CFC-4103-951D-4B0E0D60580D}">
  <ds:schemaRefs>
    <ds:schemaRef ds:uri="b3f19acd-0343-4792-9ee9-8b5e82769097"/>
    <ds:schemaRef ds:uri="f5570907-d7c6-4905-a8da-c34c2fec30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A06780F-A404-4318-B5EF-2337D158172E}">
  <ds:schemaRefs>
    <ds:schemaRef ds:uri="http://schemas.microsoft.com/office/2006/metadata/properties"/>
    <ds:schemaRef ds:uri="http://schemas.microsoft.com/office/infopath/2007/PartnerControls"/>
    <ds:schemaRef ds:uri="7590c613-e62d-49f5-a002-071bd281cdc4"/>
    <ds:schemaRef ds:uri="e9cab8e7-03f5-48cb-8cb7-71b4766b009c"/>
    <ds:schemaRef ds:uri="b3f19acd-0343-4792-9ee9-8b5e82769097"/>
    <ds:schemaRef ds:uri="f5570907-d7c6-4905-a8da-c34c2fec30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10011</TotalTime>
  <Words>2272</Words>
  <Application>Microsoft Office PowerPoint</Application>
  <PresentationFormat>Panorámica</PresentationFormat>
  <Paragraphs>337</Paragraphs>
  <Slides>29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4</vt:i4>
      </vt:variant>
      <vt:variant>
        <vt:lpstr>Títulos de diapositiva</vt:lpstr>
      </vt:variant>
      <vt:variant>
        <vt:i4>29</vt:i4>
      </vt:variant>
    </vt:vector>
  </HeadingPairs>
  <TitlesOfParts>
    <vt:vector size="43" baseType="lpstr">
      <vt:lpstr>Aeonik Pro</vt:lpstr>
      <vt:lpstr>Aeonik Pro Bold</vt:lpstr>
      <vt:lpstr>Aptos</vt:lpstr>
      <vt:lpstr>Arial</vt:lpstr>
      <vt:lpstr>Calibri</vt:lpstr>
      <vt:lpstr>Calibri Light</vt:lpstr>
      <vt:lpstr>Century Gothic</vt:lpstr>
      <vt:lpstr>Helvetica Neue</vt:lpstr>
      <vt:lpstr>Wingdings</vt:lpstr>
      <vt:lpstr>Office Theme</vt:lpstr>
      <vt:lpstr>Diapositiva think-cell</vt:lpstr>
      <vt:lpstr>Diapositiva de think-cell</vt:lpstr>
      <vt:lpstr>Document</vt:lpstr>
      <vt:lpstr>Worksheet</vt:lpstr>
      <vt:lpstr>Presentación de PowerPoint</vt:lpstr>
      <vt:lpstr>AGENDA </vt:lpstr>
      <vt:lpstr>Presentación de PowerPoint</vt:lpstr>
      <vt:lpstr>Presentación de PowerPoint</vt:lpstr>
      <vt:lpstr>AGENDA</vt:lpstr>
      <vt:lpstr>Presentación de PowerPoint</vt:lpstr>
      <vt:lpstr>AGENDA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AGENDA</vt:lpstr>
      <vt:lpstr>Gestión de Contratistas</vt:lpstr>
      <vt:lpstr>Gestión de Contratistas</vt:lpstr>
      <vt:lpstr>Gestión de Contratistas</vt:lpstr>
      <vt:lpstr>Gestión de Contratistas</vt:lpstr>
      <vt:lpstr>Presentación de PowerPoint</vt:lpstr>
      <vt:lpstr>AGENDA</vt:lpstr>
      <vt:lpstr>Condiciones de Seguridad, Salud y Medio Ambiente</vt:lpstr>
      <vt:lpstr>Requisitos HSEQ para acreditación y accesos</vt:lpstr>
      <vt:lpstr>Requisitos de HSEQ para contratistas</vt:lpstr>
      <vt:lpstr>Requisitos de HSEQ para contratistas</vt:lpstr>
      <vt:lpstr>¿Alguna pregunta?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Tomas Corridore</dc:creator>
  <cp:lastModifiedBy>Torres Gil, Sthephany Antonella, ORYGEN</cp:lastModifiedBy>
  <cp:revision>46</cp:revision>
  <dcterms:created xsi:type="dcterms:W3CDTF">2024-05-23T16:23:18Z</dcterms:created>
  <dcterms:modified xsi:type="dcterms:W3CDTF">2026-08-17T05:48:40Z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97ad33d-ed35-43c0-b526-22bc83c17deb_Enabled">
    <vt:lpwstr>true</vt:lpwstr>
  </property>
  <property fmtid="{D5CDD505-2E9C-101B-9397-08002B2CF9AE}" pid="3" name="MSIP_Label_797ad33d-ed35-43c0-b526-22bc83c17deb_SetDate">
    <vt:lpwstr>2024-06-06T11:56:46Z</vt:lpwstr>
  </property>
  <property fmtid="{D5CDD505-2E9C-101B-9397-08002B2CF9AE}" pid="4" name="MSIP_Label_797ad33d-ed35-43c0-b526-22bc83c17deb_Method">
    <vt:lpwstr>Standard</vt:lpwstr>
  </property>
  <property fmtid="{D5CDD505-2E9C-101B-9397-08002B2CF9AE}" pid="5" name="MSIP_Label_797ad33d-ed35-43c0-b526-22bc83c17deb_Name">
    <vt:lpwstr>797ad33d-ed35-43c0-b526-22bc83c17deb</vt:lpwstr>
  </property>
  <property fmtid="{D5CDD505-2E9C-101B-9397-08002B2CF9AE}" pid="6" name="MSIP_Label_797ad33d-ed35-43c0-b526-22bc83c17deb_SiteId">
    <vt:lpwstr>d539d4bf-5610-471a-afc2-1c76685cfefa</vt:lpwstr>
  </property>
  <property fmtid="{D5CDD505-2E9C-101B-9397-08002B2CF9AE}" pid="7" name="MSIP_Label_797ad33d-ed35-43c0-b526-22bc83c17deb_ActionId">
    <vt:lpwstr>99e153c4-4be7-46a3-a69a-5c15a2c7f991</vt:lpwstr>
  </property>
  <property fmtid="{D5CDD505-2E9C-101B-9397-08002B2CF9AE}" pid="8" name="MSIP_Label_797ad33d-ed35-43c0-b526-22bc83c17deb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INTERNAL</vt:lpwstr>
  </property>
  <property fmtid="{D5CDD505-2E9C-101B-9397-08002B2CF9AE}" pid="11" name="ContentTypeId">
    <vt:lpwstr>0x0101004A8642C735D4ED40855BF91753BB702B</vt:lpwstr>
  </property>
  <property fmtid="{D5CDD505-2E9C-101B-9397-08002B2CF9AE}" pid="12" name="MediaServiceImageTags">
    <vt:lpwstr/>
  </property>
</Properties>
</file>